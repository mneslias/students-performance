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gX5t5abOYhKFeVZbqbLviTCpgM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[0:00 - 0:15]</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Bonjour. 674 élèves de deux lycées portugais, année scolaire 2005-2006. Je pose le contexte, la méthode et les résultats d'ensemble ; mes collègues enchaînent sur les profils.</a:t>
            </a:r>
            <a:endParaRPr/>
          </a:p>
        </p:txBody>
      </p:sp>
      <p:sp>
        <p:nvSpPr>
          <p:cNvPr id="169" name="Google Shape;16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5: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180" name="Google Shape;180;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5: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Pour conclure, une prochaine étude pourrait élargir l’échantillon à l’ensemble des écoles du Portugal, afin d’obtenir davantage de données et des résultats plus représentatifs.</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Il serait également intéressant de reprendre les variables étudiées en 2004, tout en les adaptant au contexte actuel. Par exemple, l’accès à Internet est aujourd’hui beaucoup plus répandu et serait donc moins pertinent. Il pourrait être remplacé par le temps d’écran, l’utilisation du smartphone, des réseaux sociaux ou encore de l’intelligence artificielle.</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D’autres facteurs pourraient également être ajoutés, comme la qualité du sommeil, le stress scolaire, la santé mentale ou encore le projet professionnel. Celui-ci pourrait compléter ou remplacer la question sur le projet d’études supérieures, car certains élèves peuvent choisir de ne pas poursuivre de longues études sans pour autant être en difficulté ou échouer à l’école.L’objectif serait finalement de répondre à la question suivante : </a:t>
            </a:r>
            <a:r>
              <a:rPr b="1" lang="en-US" sz="1200">
                <a:solidFill>
                  <a:schemeClr val="dk1"/>
                </a:solidFill>
                <a:latin typeface="Arial"/>
                <a:ea typeface="Arial"/>
                <a:cs typeface="Arial"/>
                <a:sym typeface="Arial"/>
              </a:rPr>
              <a:t>les facteurs qui déterminent la réussite scolaire en 2004 sont-ils toujours les mêmes 22 ans plus tard ?</a:t>
            </a:r>
            <a:r>
              <a:rPr lang="en-US" sz="1200">
                <a:solidFill>
                  <a:schemeClr val="dk1"/>
                </a:solidFill>
                <a:latin typeface="Arial"/>
                <a:ea typeface="Arial"/>
                <a:cs typeface="Arial"/>
                <a:sym typeface="Arial"/>
              </a:rPr>
              <a:t> Cette comparaison permettrait de mieux comprendre l’évolution des conditions de réussite scolaire.</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2" name="Shape 12"/>
        <p:cNvGrpSpPr/>
        <p:nvPr/>
      </p:nvGrpSpPr>
      <p:grpSpPr>
        <a:xfrm>
          <a:off x="0" y="0"/>
          <a:ext cx="0" cy="0"/>
          <a:chOff x="0" y="0"/>
          <a:chExt cx="0" cy="0"/>
        </a:xfrm>
      </p:grpSpPr>
      <p:sp>
        <p:nvSpPr>
          <p:cNvPr id="13" name="Google Shape;13;p11"/>
          <p:cNvSpPr txBox="1"/>
          <p:nvPr>
            <p:ph type="ctrTitle"/>
          </p:nvPr>
        </p:nvSpPr>
        <p:spPr>
          <a:xfrm>
            <a:off x="612647" y="1143000"/>
            <a:ext cx="8683753" cy="3095149"/>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 type="subTitle"/>
          </p:nvPr>
        </p:nvSpPr>
        <p:spPr>
          <a:xfrm>
            <a:off x="612647" y="4498848"/>
            <a:ext cx="6881457" cy="1014984"/>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dk1"/>
              </a:buClr>
              <a:buSzPts val="1800"/>
              <a:buNone/>
              <a:defRPr sz="1800"/>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5" name="Google Shape;15;p11"/>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1"/>
          <p:cNvSpPr txBox="1"/>
          <p:nvPr>
            <p:ph idx="10" type="dt"/>
          </p:nvPr>
        </p:nvSpPr>
        <p:spPr>
          <a:xfrm>
            <a:off x="8221509" y="6343955"/>
            <a:ext cx="287506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1"/>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p:cSld name="Titre de section">
    <p:bg>
      <p:bgPr>
        <a:solidFill>
          <a:schemeClr val="dk1"/>
        </a:solidFill>
      </p:bgPr>
    </p:bg>
    <p:spTree>
      <p:nvGrpSpPr>
        <p:cNvPr id="18" name="Shape 18"/>
        <p:cNvGrpSpPr/>
        <p:nvPr/>
      </p:nvGrpSpPr>
      <p:grpSpPr>
        <a:xfrm>
          <a:off x="0" y="0"/>
          <a:ext cx="0" cy="0"/>
          <a:chOff x="0" y="0"/>
          <a:chExt cx="0" cy="0"/>
        </a:xfrm>
      </p:grpSpPr>
      <p:sp>
        <p:nvSpPr>
          <p:cNvPr id="19" name="Google Shape;19;p12"/>
          <p:cNvSpPr txBox="1"/>
          <p:nvPr>
            <p:ph type="title"/>
          </p:nvPr>
        </p:nvSpPr>
        <p:spPr>
          <a:xfrm>
            <a:off x="111758" y="1869103"/>
            <a:ext cx="9337042" cy="4906929"/>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lt1"/>
              </a:buClr>
              <a:buSzPts val="7400"/>
              <a:buFont typeface="Arial"/>
              <a:buNone/>
              <a:defRPr sz="7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1" type="ftr"/>
          </p:nvPr>
        </p:nvSpPr>
        <p:spPr>
          <a:xfrm>
            <a:off x="612647" y="137388"/>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0" type="dt"/>
          </p:nvPr>
        </p:nvSpPr>
        <p:spPr>
          <a:xfrm>
            <a:off x="8893929" y="137388"/>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2"/>
          <p:cNvSpPr txBox="1"/>
          <p:nvPr>
            <p:ph idx="12" type="sldNum"/>
          </p:nvPr>
        </p:nvSpPr>
        <p:spPr>
          <a:xfrm>
            <a:off x="11147096" y="137388"/>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3" name="Shape 23"/>
        <p:cNvGrpSpPr/>
        <p:nvPr/>
      </p:nvGrpSpPr>
      <p:grpSpPr>
        <a:xfrm>
          <a:off x="0" y="0"/>
          <a:ext cx="0" cy="0"/>
          <a:chOff x="0" y="0"/>
          <a:chExt cx="0" cy="0"/>
        </a:xfrm>
      </p:grpSpPr>
      <p:sp>
        <p:nvSpPr>
          <p:cNvPr id="24" name="Google Shape;24;p13"/>
          <p:cNvSpPr txBox="1"/>
          <p:nvPr>
            <p:ph type="title"/>
          </p:nvPr>
        </p:nvSpPr>
        <p:spPr>
          <a:xfrm>
            <a:off x="65111" y="105196"/>
            <a:ext cx="9023561" cy="2113392"/>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7200"/>
              <a:buFont typeface="Arial"/>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 type="body"/>
          </p:nvPr>
        </p:nvSpPr>
        <p:spPr>
          <a:xfrm>
            <a:off x="612647" y="2484255"/>
            <a:ext cx="8467558" cy="353951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Font typeface="Arial"/>
              <a:buAutoNum type="arabicPeriod"/>
              <a:defRPr sz="1800"/>
            </a:lvl1pPr>
            <a:lvl2pPr indent="-330200" lvl="1" marL="914400" algn="l">
              <a:lnSpc>
                <a:spcPct val="120000"/>
              </a:lnSpc>
              <a:spcBef>
                <a:spcPts val="500"/>
              </a:spcBef>
              <a:spcAft>
                <a:spcPts val="0"/>
              </a:spcAft>
              <a:buClr>
                <a:schemeClr val="dk1"/>
              </a:buClr>
              <a:buSzPts val="1600"/>
              <a:buFont typeface="Arial"/>
              <a:buAutoNum type="arabicPeriod"/>
              <a:defRPr sz="1600"/>
            </a:lvl2pPr>
            <a:lvl3pPr indent="-317500" lvl="2" marL="1371600" algn="l">
              <a:lnSpc>
                <a:spcPct val="120000"/>
              </a:lnSpc>
              <a:spcBef>
                <a:spcPts val="500"/>
              </a:spcBef>
              <a:spcAft>
                <a:spcPts val="0"/>
              </a:spcAft>
              <a:buClr>
                <a:schemeClr val="dk1"/>
              </a:buClr>
              <a:buSzPts val="1400"/>
              <a:buFont typeface="Arial"/>
              <a:buAutoNum type="arabicPeriod"/>
              <a:defRPr sz="1400"/>
            </a:lvl3pPr>
            <a:lvl4pPr indent="-317500" lvl="3" marL="1828800" algn="l">
              <a:lnSpc>
                <a:spcPct val="120000"/>
              </a:lnSpc>
              <a:spcBef>
                <a:spcPts val="500"/>
              </a:spcBef>
              <a:spcAft>
                <a:spcPts val="0"/>
              </a:spcAft>
              <a:buClr>
                <a:schemeClr val="dk1"/>
              </a:buClr>
              <a:buSzPts val="1400"/>
              <a:buFont typeface="Arial"/>
              <a:buAutoNum type="arabicPeriod"/>
              <a:defRPr sz="1400"/>
            </a:lvl4pPr>
            <a:lvl5pPr indent="-317500" lvl="4" marL="2286000" algn="l">
              <a:lnSpc>
                <a:spcPct val="120000"/>
              </a:lnSpc>
              <a:spcBef>
                <a:spcPts val="500"/>
              </a:spcBef>
              <a:spcAft>
                <a:spcPts val="0"/>
              </a:spcAft>
              <a:buClr>
                <a:schemeClr val="dk1"/>
              </a:buClr>
              <a:buSzPts val="1400"/>
              <a:buFont typeface="Arial"/>
              <a:buAutoNum type="arabicPeriod"/>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13"/>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3"/>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3"/>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icture">
  <p:cSld name="Agenda with Picture">
    <p:spTree>
      <p:nvGrpSpPr>
        <p:cNvPr id="29" name="Shape 29"/>
        <p:cNvGrpSpPr/>
        <p:nvPr/>
      </p:nvGrpSpPr>
      <p:grpSpPr>
        <a:xfrm>
          <a:off x="0" y="0"/>
          <a:ext cx="0" cy="0"/>
          <a:chOff x="0" y="0"/>
          <a:chExt cx="0" cy="0"/>
        </a:xfrm>
      </p:grpSpPr>
      <p:sp>
        <p:nvSpPr>
          <p:cNvPr id="30" name="Google Shape;30;p14"/>
          <p:cNvSpPr txBox="1"/>
          <p:nvPr>
            <p:ph type="title"/>
          </p:nvPr>
        </p:nvSpPr>
        <p:spPr>
          <a:xfrm>
            <a:off x="4641011" y="73742"/>
            <a:ext cx="6863496" cy="2220726"/>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7200"/>
              <a:buFont typeface="Arial"/>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p:nvPr>
            <p:ph idx="2" type="pic"/>
          </p:nvPr>
        </p:nvSpPr>
        <p:spPr>
          <a:xfrm>
            <a:off x="1" y="0"/>
            <a:ext cx="4565591" cy="6858000"/>
          </a:xfrm>
          <a:prstGeom prst="rect">
            <a:avLst/>
          </a:prstGeom>
          <a:noFill/>
          <a:ln>
            <a:noFill/>
          </a:ln>
        </p:spPr>
      </p:sp>
      <p:sp>
        <p:nvSpPr>
          <p:cNvPr id="32" name="Google Shape;32;p14"/>
          <p:cNvSpPr txBox="1"/>
          <p:nvPr>
            <p:ph idx="1" type="body"/>
          </p:nvPr>
        </p:nvSpPr>
        <p:spPr>
          <a:xfrm>
            <a:off x="5588000" y="2726267"/>
            <a:ext cx="5916507" cy="3436789"/>
          </a:xfrm>
          <a:prstGeom prst="rect">
            <a:avLst/>
          </a:prstGeom>
          <a:noFill/>
          <a:ln>
            <a:noFill/>
          </a:ln>
        </p:spPr>
        <p:txBody>
          <a:bodyPr anchorCtr="0" anchor="t" bIns="45700" lIns="91425" spcFirstLastPara="1" rIns="91425" wrap="square" tIns="45700">
            <a:normAutofit/>
          </a:bodyPr>
          <a:lstStyle>
            <a:lvl1pPr indent="-355600" lvl="0" marL="457200" algn="l">
              <a:lnSpc>
                <a:spcPct val="120000"/>
              </a:lnSpc>
              <a:spcBef>
                <a:spcPts val="1000"/>
              </a:spcBef>
              <a:spcAft>
                <a:spcPts val="0"/>
              </a:spcAft>
              <a:buClr>
                <a:schemeClr val="dk1"/>
              </a:buClr>
              <a:buSzPts val="2000"/>
              <a:buFont typeface="Arial"/>
              <a:buAutoNum type="arabicPeriod"/>
              <a:defRPr sz="2000"/>
            </a:lvl1pPr>
            <a:lvl2pPr indent="-342900" lvl="1" marL="914400" algn="l">
              <a:lnSpc>
                <a:spcPct val="120000"/>
              </a:lnSpc>
              <a:spcBef>
                <a:spcPts val="500"/>
              </a:spcBef>
              <a:spcAft>
                <a:spcPts val="0"/>
              </a:spcAft>
              <a:buClr>
                <a:schemeClr val="dk1"/>
              </a:buClr>
              <a:buSzPts val="1800"/>
              <a:buFont typeface="Arial"/>
              <a:buAutoNum type="arabicPeriod"/>
              <a:defRPr sz="1800"/>
            </a:lvl2pPr>
            <a:lvl3pPr indent="-330200" lvl="2" marL="1371600" algn="l">
              <a:lnSpc>
                <a:spcPct val="120000"/>
              </a:lnSpc>
              <a:spcBef>
                <a:spcPts val="500"/>
              </a:spcBef>
              <a:spcAft>
                <a:spcPts val="0"/>
              </a:spcAft>
              <a:buClr>
                <a:schemeClr val="dk1"/>
              </a:buClr>
              <a:buSzPts val="1600"/>
              <a:buFont typeface="Arial"/>
              <a:buAutoNum type="arabicPeriod"/>
              <a:defRPr sz="1600"/>
            </a:lvl3pPr>
            <a:lvl4pPr indent="-317500" lvl="3" marL="1828800" algn="l">
              <a:lnSpc>
                <a:spcPct val="120000"/>
              </a:lnSpc>
              <a:spcBef>
                <a:spcPts val="500"/>
              </a:spcBef>
              <a:spcAft>
                <a:spcPts val="0"/>
              </a:spcAft>
              <a:buClr>
                <a:schemeClr val="dk1"/>
              </a:buClr>
              <a:buSzPts val="1400"/>
              <a:buFont typeface="Arial"/>
              <a:buAutoNum type="arabicPeriod"/>
              <a:defRPr sz="1400"/>
            </a:lvl4pPr>
            <a:lvl5pPr indent="-317500" lvl="4" marL="2286000" algn="l">
              <a:lnSpc>
                <a:spcPct val="120000"/>
              </a:lnSpc>
              <a:spcBef>
                <a:spcPts val="500"/>
              </a:spcBef>
              <a:spcAft>
                <a:spcPts val="0"/>
              </a:spcAft>
              <a:buClr>
                <a:schemeClr val="dk1"/>
              </a:buClr>
              <a:buSzPts val="1400"/>
              <a:buFont typeface="Arial"/>
              <a:buAutoNum type="arabicPeriod"/>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4"/>
          <p:cNvSpPr txBox="1"/>
          <p:nvPr>
            <p:ph idx="11" type="ftr"/>
          </p:nvPr>
        </p:nvSpPr>
        <p:spPr>
          <a:xfrm>
            <a:off x="5588000" y="6343955"/>
            <a:ext cx="2985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4"/>
          <p:cNvSpPr txBox="1"/>
          <p:nvPr>
            <p:ph idx="10" type="dt"/>
          </p:nvPr>
        </p:nvSpPr>
        <p:spPr>
          <a:xfrm>
            <a:off x="9535886" y="6343955"/>
            <a:ext cx="1553108"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p:cSld name="Content 2">
    <p:spTree>
      <p:nvGrpSpPr>
        <p:cNvPr id="36" name="Shape 36"/>
        <p:cNvGrpSpPr/>
        <p:nvPr/>
      </p:nvGrpSpPr>
      <p:grpSpPr>
        <a:xfrm>
          <a:off x="0" y="0"/>
          <a:ext cx="0" cy="0"/>
          <a:chOff x="0" y="0"/>
          <a:chExt cx="0" cy="0"/>
        </a:xfrm>
      </p:grpSpPr>
      <p:sp>
        <p:nvSpPr>
          <p:cNvPr id="37" name="Google Shape;37;p15"/>
          <p:cNvSpPr txBox="1"/>
          <p:nvPr>
            <p:ph type="title"/>
          </p:nvPr>
        </p:nvSpPr>
        <p:spPr>
          <a:xfrm>
            <a:off x="614678" y="1388700"/>
            <a:ext cx="3923455" cy="4083580"/>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 type="body"/>
          </p:nvPr>
        </p:nvSpPr>
        <p:spPr>
          <a:xfrm>
            <a:off x="5156011" y="1389134"/>
            <a:ext cx="6045390" cy="408357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15"/>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5"/>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spTree>
      <p:nvGrpSpPr>
        <p:cNvPr id="42" name="Shape 42"/>
        <p:cNvGrpSpPr/>
        <p:nvPr/>
      </p:nvGrpSpPr>
      <p:grpSpPr>
        <a:xfrm>
          <a:off x="0" y="0"/>
          <a:ext cx="0" cy="0"/>
          <a:chOff x="0" y="0"/>
          <a:chExt cx="0" cy="0"/>
        </a:xfrm>
      </p:grpSpPr>
      <p:sp>
        <p:nvSpPr>
          <p:cNvPr id="43" name="Google Shape;43;p16"/>
          <p:cNvSpPr txBox="1"/>
          <p:nvPr>
            <p:ph type="title"/>
          </p:nvPr>
        </p:nvSpPr>
        <p:spPr>
          <a:xfrm>
            <a:off x="612646" y="707549"/>
            <a:ext cx="3349754" cy="2721451"/>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2500"/>
              <a:buFont typeface="Arial"/>
              <a:buNone/>
              <a:defRPr sz="2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 type="body"/>
          </p:nvPr>
        </p:nvSpPr>
        <p:spPr>
          <a:xfrm>
            <a:off x="4648200" y="708184"/>
            <a:ext cx="6928103" cy="551481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6"/>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6"/>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p:cSld name="Content with Picture">
    <p:spTree>
      <p:nvGrpSpPr>
        <p:cNvPr id="48" name="Shape 48"/>
        <p:cNvGrpSpPr/>
        <p:nvPr/>
      </p:nvGrpSpPr>
      <p:grpSpPr>
        <a:xfrm>
          <a:off x="0" y="0"/>
          <a:ext cx="0" cy="0"/>
          <a:chOff x="0" y="0"/>
          <a:chExt cx="0" cy="0"/>
        </a:xfrm>
      </p:grpSpPr>
      <p:sp>
        <p:nvSpPr>
          <p:cNvPr id="49" name="Google Shape;49;p17"/>
          <p:cNvSpPr txBox="1"/>
          <p:nvPr>
            <p:ph type="title"/>
          </p:nvPr>
        </p:nvSpPr>
        <p:spPr>
          <a:xfrm>
            <a:off x="5156011" y="612648"/>
            <a:ext cx="6426389" cy="1143000"/>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7"/>
          <p:cNvSpPr/>
          <p:nvPr>
            <p:ph idx="2" type="pic"/>
          </p:nvPr>
        </p:nvSpPr>
        <p:spPr>
          <a:xfrm>
            <a:off x="0" y="1"/>
            <a:ext cx="4560454" cy="6858000"/>
          </a:xfrm>
          <a:prstGeom prst="rect">
            <a:avLst/>
          </a:prstGeom>
          <a:noFill/>
          <a:ln>
            <a:noFill/>
          </a:ln>
        </p:spPr>
      </p:sp>
      <p:sp>
        <p:nvSpPr>
          <p:cNvPr id="51" name="Google Shape;51;p17"/>
          <p:cNvSpPr txBox="1"/>
          <p:nvPr>
            <p:ph idx="1" type="body"/>
          </p:nvPr>
        </p:nvSpPr>
        <p:spPr>
          <a:xfrm>
            <a:off x="5157368" y="1978488"/>
            <a:ext cx="6418935" cy="428558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7"/>
          <p:cNvSpPr txBox="1"/>
          <p:nvPr>
            <p:ph idx="11" type="ftr"/>
          </p:nvPr>
        </p:nvSpPr>
        <p:spPr>
          <a:xfrm>
            <a:off x="5156010" y="6343955"/>
            <a:ext cx="33649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0" type="dt"/>
          </p:nvPr>
        </p:nvSpPr>
        <p:spPr>
          <a:xfrm>
            <a:off x="9030713" y="6343955"/>
            <a:ext cx="2060808"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7"/>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2">
  <p:cSld name="Content with Picture 2">
    <p:spTree>
      <p:nvGrpSpPr>
        <p:cNvPr id="55" name="Shape 55"/>
        <p:cNvGrpSpPr/>
        <p:nvPr/>
      </p:nvGrpSpPr>
      <p:grpSpPr>
        <a:xfrm>
          <a:off x="0" y="0"/>
          <a:ext cx="0" cy="0"/>
          <a:chOff x="0" y="0"/>
          <a:chExt cx="0" cy="0"/>
        </a:xfrm>
      </p:grpSpPr>
      <p:sp>
        <p:nvSpPr>
          <p:cNvPr id="56" name="Google Shape;56;p18"/>
          <p:cNvSpPr txBox="1"/>
          <p:nvPr>
            <p:ph type="title"/>
          </p:nvPr>
        </p:nvSpPr>
        <p:spPr>
          <a:xfrm>
            <a:off x="4632168" y="474177"/>
            <a:ext cx="6950232" cy="932688"/>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8"/>
          <p:cNvSpPr/>
          <p:nvPr>
            <p:ph idx="2" type="pic"/>
          </p:nvPr>
        </p:nvSpPr>
        <p:spPr>
          <a:xfrm>
            <a:off x="0" y="1"/>
            <a:ext cx="4023360" cy="6858000"/>
          </a:xfrm>
          <a:prstGeom prst="rect">
            <a:avLst/>
          </a:prstGeom>
          <a:noFill/>
          <a:ln>
            <a:noFill/>
          </a:ln>
        </p:spPr>
      </p:sp>
      <p:sp>
        <p:nvSpPr>
          <p:cNvPr id="58" name="Google Shape;58;p18"/>
          <p:cNvSpPr txBox="1"/>
          <p:nvPr>
            <p:ph idx="1" type="body"/>
          </p:nvPr>
        </p:nvSpPr>
        <p:spPr>
          <a:xfrm>
            <a:off x="4632168" y="1627632"/>
            <a:ext cx="6950232" cy="468622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8"/>
          <p:cNvSpPr txBox="1"/>
          <p:nvPr>
            <p:ph idx="11" type="ftr"/>
          </p:nvPr>
        </p:nvSpPr>
        <p:spPr>
          <a:xfrm>
            <a:off x="4632168" y="6343955"/>
            <a:ext cx="342290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0" type="dt"/>
          </p:nvPr>
        </p:nvSpPr>
        <p:spPr>
          <a:xfrm>
            <a:off x="8945699" y="6343955"/>
            <a:ext cx="21508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8"/>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3">
  <p:cSld name="Content with Picture 3">
    <p:spTree>
      <p:nvGrpSpPr>
        <p:cNvPr id="62" name="Shape 62"/>
        <p:cNvGrpSpPr/>
        <p:nvPr/>
      </p:nvGrpSpPr>
      <p:grpSpPr>
        <a:xfrm>
          <a:off x="0" y="0"/>
          <a:ext cx="0" cy="0"/>
          <a:chOff x="0" y="0"/>
          <a:chExt cx="0" cy="0"/>
        </a:xfrm>
      </p:grpSpPr>
      <p:sp>
        <p:nvSpPr>
          <p:cNvPr id="63" name="Google Shape;63;p19"/>
          <p:cNvSpPr txBox="1"/>
          <p:nvPr>
            <p:ph type="title"/>
          </p:nvPr>
        </p:nvSpPr>
        <p:spPr>
          <a:xfrm>
            <a:off x="612647" y="475488"/>
            <a:ext cx="6858000" cy="932688"/>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9"/>
          <p:cNvSpPr txBox="1"/>
          <p:nvPr>
            <p:ph idx="1" type="body"/>
          </p:nvPr>
        </p:nvSpPr>
        <p:spPr>
          <a:xfrm>
            <a:off x="612647" y="1627632"/>
            <a:ext cx="6858000" cy="453537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9"/>
          <p:cNvSpPr txBox="1"/>
          <p:nvPr>
            <p:ph idx="11" type="ftr"/>
          </p:nvPr>
        </p:nvSpPr>
        <p:spPr>
          <a:xfrm>
            <a:off x="612647" y="6346870"/>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0" type="dt"/>
          </p:nvPr>
        </p:nvSpPr>
        <p:spPr>
          <a:xfrm>
            <a:off x="4115853" y="6346870"/>
            <a:ext cx="292558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7041440" y="6346870"/>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68" name="Google Shape;68;p19"/>
          <p:cNvSpPr/>
          <p:nvPr>
            <p:ph idx="2" type="pic"/>
          </p:nvPr>
        </p:nvSpPr>
        <p:spPr>
          <a:xfrm>
            <a:off x="8091732" y="0"/>
            <a:ext cx="4100267" cy="68580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4">
  <p:cSld name="Content with Picture 4">
    <p:spTree>
      <p:nvGrpSpPr>
        <p:cNvPr id="69" name="Shape 69"/>
        <p:cNvGrpSpPr/>
        <p:nvPr/>
      </p:nvGrpSpPr>
      <p:grpSpPr>
        <a:xfrm>
          <a:off x="0" y="0"/>
          <a:ext cx="0" cy="0"/>
          <a:chOff x="0" y="0"/>
          <a:chExt cx="0" cy="0"/>
        </a:xfrm>
      </p:grpSpPr>
      <p:sp>
        <p:nvSpPr>
          <p:cNvPr id="70" name="Google Shape;70;p20"/>
          <p:cNvSpPr txBox="1"/>
          <p:nvPr>
            <p:ph type="title"/>
          </p:nvPr>
        </p:nvSpPr>
        <p:spPr>
          <a:xfrm>
            <a:off x="612649" y="420623"/>
            <a:ext cx="4494189" cy="1325880"/>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0"/>
          <p:cNvSpPr txBox="1"/>
          <p:nvPr>
            <p:ph idx="1" type="body"/>
          </p:nvPr>
        </p:nvSpPr>
        <p:spPr>
          <a:xfrm>
            <a:off x="612775" y="1975104"/>
            <a:ext cx="4494063" cy="415695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20"/>
          <p:cNvSpPr txBox="1"/>
          <p:nvPr>
            <p:ph idx="11" type="ftr"/>
          </p:nvPr>
        </p:nvSpPr>
        <p:spPr>
          <a:xfrm>
            <a:off x="612776" y="6343955"/>
            <a:ext cx="20986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0" type="dt"/>
          </p:nvPr>
        </p:nvSpPr>
        <p:spPr>
          <a:xfrm>
            <a:off x="3213651" y="6343955"/>
            <a:ext cx="157303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0"/>
          <p:cNvSpPr txBox="1"/>
          <p:nvPr>
            <p:ph idx="12" type="sldNum"/>
          </p:nvPr>
        </p:nvSpPr>
        <p:spPr>
          <a:xfrm>
            <a:off x="4796658"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20"/>
          <p:cNvSpPr/>
          <p:nvPr>
            <p:ph idx="2" type="pic"/>
          </p:nvPr>
        </p:nvSpPr>
        <p:spPr>
          <a:xfrm>
            <a:off x="5658928" y="0"/>
            <a:ext cx="6533072" cy="68580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5">
  <p:cSld name="Content with Picture 5">
    <p:spTree>
      <p:nvGrpSpPr>
        <p:cNvPr id="76" name="Shape 76"/>
        <p:cNvGrpSpPr/>
        <p:nvPr/>
      </p:nvGrpSpPr>
      <p:grpSpPr>
        <a:xfrm>
          <a:off x="0" y="0"/>
          <a:ext cx="0" cy="0"/>
          <a:chOff x="0" y="0"/>
          <a:chExt cx="0" cy="0"/>
        </a:xfrm>
      </p:grpSpPr>
      <p:sp>
        <p:nvSpPr>
          <p:cNvPr id="77" name="Google Shape;77;p21"/>
          <p:cNvSpPr txBox="1"/>
          <p:nvPr>
            <p:ph type="title"/>
          </p:nvPr>
        </p:nvSpPr>
        <p:spPr>
          <a:xfrm>
            <a:off x="615697" y="429768"/>
            <a:ext cx="3657600" cy="1667226"/>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 type="body"/>
          </p:nvPr>
        </p:nvSpPr>
        <p:spPr>
          <a:xfrm>
            <a:off x="615823" y="2315569"/>
            <a:ext cx="3657600" cy="38148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1"/>
          <p:cNvSpPr txBox="1"/>
          <p:nvPr>
            <p:ph idx="11" type="ftr"/>
          </p:nvPr>
        </p:nvSpPr>
        <p:spPr>
          <a:xfrm>
            <a:off x="615697" y="6343955"/>
            <a:ext cx="163733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1"/>
          <p:cNvSpPr txBox="1"/>
          <p:nvPr>
            <p:ph idx="10" type="dt"/>
          </p:nvPr>
        </p:nvSpPr>
        <p:spPr>
          <a:xfrm>
            <a:off x="2703447" y="6343955"/>
            <a:ext cx="949766"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1"/>
          <p:cNvSpPr txBox="1"/>
          <p:nvPr>
            <p:ph idx="12" type="sldNum"/>
          </p:nvPr>
        </p:nvSpPr>
        <p:spPr>
          <a:xfrm>
            <a:off x="3653213"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82" name="Google Shape;82;p21"/>
          <p:cNvSpPr/>
          <p:nvPr>
            <p:ph idx="2" type="pic"/>
          </p:nvPr>
        </p:nvSpPr>
        <p:spPr>
          <a:xfrm>
            <a:off x="4895088" y="0"/>
            <a:ext cx="7296912" cy="68580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6">
  <p:cSld name="Content with Picture 6">
    <p:spTree>
      <p:nvGrpSpPr>
        <p:cNvPr id="83" name="Shape 83"/>
        <p:cNvGrpSpPr/>
        <p:nvPr/>
      </p:nvGrpSpPr>
      <p:grpSpPr>
        <a:xfrm>
          <a:off x="0" y="0"/>
          <a:ext cx="0" cy="0"/>
          <a:chOff x="0" y="0"/>
          <a:chExt cx="0" cy="0"/>
        </a:xfrm>
      </p:grpSpPr>
      <p:sp>
        <p:nvSpPr>
          <p:cNvPr id="84" name="Google Shape;84;p22"/>
          <p:cNvSpPr txBox="1"/>
          <p:nvPr>
            <p:ph type="title"/>
          </p:nvPr>
        </p:nvSpPr>
        <p:spPr>
          <a:xfrm>
            <a:off x="8888061" y="929554"/>
            <a:ext cx="2699254" cy="1858941"/>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500"/>
              <a:buFont typeface="Arial"/>
              <a:buNone/>
              <a:defRPr sz="2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2"/>
          <p:cNvSpPr/>
          <p:nvPr>
            <p:ph idx="2" type="pic"/>
          </p:nvPr>
        </p:nvSpPr>
        <p:spPr>
          <a:xfrm>
            <a:off x="0" y="0"/>
            <a:ext cx="8326323" cy="6858000"/>
          </a:xfrm>
          <a:prstGeom prst="rect">
            <a:avLst/>
          </a:prstGeom>
          <a:noFill/>
          <a:ln>
            <a:noFill/>
          </a:ln>
        </p:spPr>
      </p:sp>
      <p:sp>
        <p:nvSpPr>
          <p:cNvPr id="86" name="Google Shape;86;p22"/>
          <p:cNvSpPr txBox="1"/>
          <p:nvPr>
            <p:ph idx="1" type="body"/>
          </p:nvPr>
        </p:nvSpPr>
        <p:spPr>
          <a:xfrm>
            <a:off x="8889055" y="3011335"/>
            <a:ext cx="2693346" cy="265625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400"/>
              <a:buNone/>
              <a:defRPr/>
            </a:lvl1pPr>
            <a:lvl2pPr indent="-228600" lvl="1" marL="914400" algn="l">
              <a:lnSpc>
                <a:spcPct val="120000"/>
              </a:lnSpc>
              <a:spcBef>
                <a:spcPts val="500"/>
              </a:spcBef>
              <a:spcAft>
                <a:spcPts val="0"/>
              </a:spcAft>
              <a:buClr>
                <a:schemeClr val="dk1"/>
              </a:buClr>
              <a:buSzPts val="14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22"/>
          <p:cNvSpPr txBox="1"/>
          <p:nvPr>
            <p:ph idx="11" type="ftr"/>
          </p:nvPr>
        </p:nvSpPr>
        <p:spPr>
          <a:xfrm>
            <a:off x="8888061" y="6343955"/>
            <a:ext cx="140446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2"/>
          <p:cNvSpPr txBox="1"/>
          <p:nvPr>
            <p:ph idx="10" type="dt"/>
          </p:nvPr>
        </p:nvSpPr>
        <p:spPr>
          <a:xfrm>
            <a:off x="10292522" y="6343955"/>
            <a:ext cx="8545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2"/>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7">
  <p:cSld name="Content with Picture 7">
    <p:spTree>
      <p:nvGrpSpPr>
        <p:cNvPr id="90" name="Shape 90"/>
        <p:cNvGrpSpPr/>
        <p:nvPr/>
      </p:nvGrpSpPr>
      <p:grpSpPr>
        <a:xfrm>
          <a:off x="0" y="0"/>
          <a:ext cx="0" cy="0"/>
          <a:chOff x="0" y="0"/>
          <a:chExt cx="0" cy="0"/>
        </a:xfrm>
      </p:grpSpPr>
      <p:sp>
        <p:nvSpPr>
          <p:cNvPr id="91" name="Google Shape;91;p23"/>
          <p:cNvSpPr txBox="1"/>
          <p:nvPr>
            <p:ph type="title"/>
          </p:nvPr>
        </p:nvSpPr>
        <p:spPr>
          <a:xfrm>
            <a:off x="612646" y="4162318"/>
            <a:ext cx="3044954" cy="1892808"/>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2500"/>
              <a:buFont typeface="Arial"/>
              <a:buNone/>
              <a:defRPr sz="2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3"/>
          <p:cNvSpPr/>
          <p:nvPr>
            <p:ph idx="2" type="pic"/>
          </p:nvPr>
        </p:nvSpPr>
        <p:spPr>
          <a:xfrm>
            <a:off x="-1" y="0"/>
            <a:ext cx="12192000" cy="3778270"/>
          </a:xfrm>
          <a:prstGeom prst="rect">
            <a:avLst/>
          </a:prstGeom>
          <a:noFill/>
          <a:ln>
            <a:noFill/>
          </a:ln>
        </p:spPr>
      </p:sp>
      <p:sp>
        <p:nvSpPr>
          <p:cNvPr id="93" name="Google Shape;93;p23"/>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3"/>
          <p:cNvSpPr txBox="1"/>
          <p:nvPr>
            <p:ph idx="1" type="body"/>
          </p:nvPr>
        </p:nvSpPr>
        <p:spPr>
          <a:xfrm>
            <a:off x="4122370" y="4162318"/>
            <a:ext cx="7460029" cy="209152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400"/>
              <a:buNone/>
              <a:defRPr/>
            </a:lvl1pPr>
            <a:lvl2pPr indent="-228600" lvl="1" marL="914400" algn="l">
              <a:lnSpc>
                <a:spcPct val="120000"/>
              </a:lnSpc>
              <a:spcBef>
                <a:spcPts val="500"/>
              </a:spcBef>
              <a:spcAft>
                <a:spcPts val="0"/>
              </a:spcAft>
              <a:buClr>
                <a:schemeClr val="dk1"/>
              </a:buClr>
              <a:buSzPts val="14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23"/>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3"/>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8">
  <p:cSld name="Content with Picture 8">
    <p:spTree>
      <p:nvGrpSpPr>
        <p:cNvPr id="97" name="Shape 97"/>
        <p:cNvGrpSpPr/>
        <p:nvPr/>
      </p:nvGrpSpPr>
      <p:grpSpPr>
        <a:xfrm>
          <a:off x="0" y="0"/>
          <a:ext cx="0" cy="0"/>
          <a:chOff x="0" y="0"/>
          <a:chExt cx="0" cy="0"/>
        </a:xfrm>
      </p:grpSpPr>
      <p:sp>
        <p:nvSpPr>
          <p:cNvPr id="98" name="Google Shape;98;p24"/>
          <p:cNvSpPr txBox="1"/>
          <p:nvPr>
            <p:ph type="title"/>
          </p:nvPr>
        </p:nvSpPr>
        <p:spPr>
          <a:xfrm>
            <a:off x="612647" y="559341"/>
            <a:ext cx="10969753" cy="932688"/>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4"/>
          <p:cNvSpPr txBox="1"/>
          <p:nvPr>
            <p:ph idx="1" type="body"/>
          </p:nvPr>
        </p:nvSpPr>
        <p:spPr>
          <a:xfrm>
            <a:off x="612647" y="1912398"/>
            <a:ext cx="4637269" cy="42076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24"/>
          <p:cNvSpPr txBox="1"/>
          <p:nvPr>
            <p:ph idx="11" type="ftr"/>
          </p:nvPr>
        </p:nvSpPr>
        <p:spPr>
          <a:xfrm>
            <a:off x="612647" y="6343955"/>
            <a:ext cx="264293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4"/>
          <p:cNvSpPr/>
          <p:nvPr>
            <p:ph idx="2" type="pic"/>
          </p:nvPr>
        </p:nvSpPr>
        <p:spPr>
          <a:xfrm>
            <a:off x="5737221" y="1912938"/>
            <a:ext cx="5741992" cy="4224337"/>
          </a:xfrm>
          <a:prstGeom prst="rect">
            <a:avLst/>
          </a:prstGeom>
          <a:noFill/>
          <a:ln>
            <a:noFill/>
          </a:ln>
        </p:spPr>
      </p:sp>
      <p:sp>
        <p:nvSpPr>
          <p:cNvPr id="102" name="Google Shape;102;p24"/>
          <p:cNvSpPr txBox="1"/>
          <p:nvPr>
            <p:ph idx="10" type="dt"/>
          </p:nvPr>
        </p:nvSpPr>
        <p:spPr>
          <a:xfrm>
            <a:off x="9686595" y="6343955"/>
            <a:ext cx="14496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24"/>
          <p:cNvSpPr txBox="1"/>
          <p:nvPr>
            <p:ph idx="12" type="sldNum"/>
          </p:nvPr>
        </p:nvSpPr>
        <p:spPr>
          <a:xfrm>
            <a:off x="11136293" y="6343955"/>
            <a:ext cx="44306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9">
  <p:cSld name="Content with Picture 9">
    <p:spTree>
      <p:nvGrpSpPr>
        <p:cNvPr id="104" name="Shape 104"/>
        <p:cNvGrpSpPr/>
        <p:nvPr/>
      </p:nvGrpSpPr>
      <p:grpSpPr>
        <a:xfrm>
          <a:off x="0" y="0"/>
          <a:ext cx="0" cy="0"/>
          <a:chOff x="0" y="0"/>
          <a:chExt cx="0" cy="0"/>
        </a:xfrm>
      </p:grpSpPr>
      <p:sp>
        <p:nvSpPr>
          <p:cNvPr id="105" name="Google Shape;105;p25"/>
          <p:cNvSpPr txBox="1"/>
          <p:nvPr>
            <p:ph type="title"/>
          </p:nvPr>
        </p:nvSpPr>
        <p:spPr>
          <a:xfrm>
            <a:off x="612648" y="706802"/>
            <a:ext cx="4672584" cy="1269482"/>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5"/>
          <p:cNvSpPr/>
          <p:nvPr>
            <p:ph idx="2" type="pic"/>
          </p:nvPr>
        </p:nvSpPr>
        <p:spPr>
          <a:xfrm>
            <a:off x="720468" y="2173850"/>
            <a:ext cx="4564763" cy="3963682"/>
          </a:xfrm>
          <a:prstGeom prst="rect">
            <a:avLst/>
          </a:prstGeom>
          <a:noFill/>
          <a:ln>
            <a:noFill/>
          </a:ln>
        </p:spPr>
      </p:sp>
      <p:sp>
        <p:nvSpPr>
          <p:cNvPr id="107" name="Google Shape;107;p25"/>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5"/>
          <p:cNvSpPr txBox="1"/>
          <p:nvPr>
            <p:ph idx="1" type="body"/>
          </p:nvPr>
        </p:nvSpPr>
        <p:spPr>
          <a:xfrm>
            <a:off x="5905563" y="732155"/>
            <a:ext cx="5676838" cy="540537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25"/>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5"/>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p:cSld name="Number Large">
    <p:bg>
      <p:bgPr>
        <a:solidFill>
          <a:schemeClr val="dk1"/>
        </a:solidFill>
      </p:bgPr>
    </p:bg>
    <p:spTree>
      <p:nvGrpSpPr>
        <p:cNvPr id="111" name="Shape 111"/>
        <p:cNvGrpSpPr/>
        <p:nvPr/>
      </p:nvGrpSpPr>
      <p:grpSpPr>
        <a:xfrm>
          <a:off x="0" y="0"/>
          <a:ext cx="0" cy="0"/>
          <a:chOff x="0" y="0"/>
          <a:chExt cx="0" cy="0"/>
        </a:xfrm>
      </p:grpSpPr>
      <p:sp>
        <p:nvSpPr>
          <p:cNvPr id="112" name="Google Shape;112;p26"/>
          <p:cNvSpPr txBox="1"/>
          <p:nvPr>
            <p:ph type="title"/>
          </p:nvPr>
        </p:nvSpPr>
        <p:spPr>
          <a:xfrm>
            <a:off x="1219199" y="4893733"/>
            <a:ext cx="9762068" cy="1059806"/>
          </a:xfrm>
          <a:prstGeom prst="rect">
            <a:avLst/>
          </a:prstGeom>
          <a:noFill/>
          <a:ln>
            <a:noFill/>
          </a:ln>
        </p:spPr>
        <p:txBody>
          <a:bodyPr anchorCtr="0" anchor="ctr" bIns="45700" lIns="91425" spcFirstLastPara="1" rIns="91425" wrap="square" tIns="45700">
            <a:normAutofit/>
          </a:bodyPr>
          <a:lstStyle>
            <a:lvl1pPr lvl="0" algn="ctr">
              <a:lnSpc>
                <a:spcPct val="110000"/>
              </a:lnSpc>
              <a:spcBef>
                <a:spcPts val="0"/>
              </a:spcBef>
              <a:spcAft>
                <a:spcPts val="0"/>
              </a:spcAft>
              <a:buClr>
                <a:schemeClr val="lt1"/>
              </a:buClr>
              <a:buSzPts val="2600"/>
              <a:buFont typeface="Arial"/>
              <a:buNone/>
              <a:defRPr b="0" sz="26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26"/>
          <p:cNvSpPr txBox="1"/>
          <p:nvPr>
            <p:ph idx="1" type="body"/>
          </p:nvPr>
        </p:nvSpPr>
        <p:spPr>
          <a:xfrm>
            <a:off x="822960" y="484094"/>
            <a:ext cx="10543032" cy="4536141"/>
          </a:xfrm>
          <a:prstGeom prst="rect">
            <a:avLst/>
          </a:prstGeom>
          <a:noFill/>
          <a:ln>
            <a:noFill/>
          </a:ln>
        </p:spPr>
        <p:txBody>
          <a:bodyPr anchorCtr="0" anchor="b"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7000"/>
              <a:buNone/>
              <a:defRPr b="1" sz="27000">
                <a:solidFill>
                  <a:schemeClr val="lt1"/>
                </a:solidFill>
                <a:latin typeface="Arial"/>
                <a:ea typeface="Arial"/>
                <a:cs typeface="Arial"/>
                <a:sym typeface="Arial"/>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4" name="Google Shape;114;p26"/>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6"/>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6"/>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p:cSld name="Statement">
    <p:bg>
      <p:bgPr>
        <a:solidFill>
          <a:schemeClr val="dk1"/>
        </a:solidFill>
      </p:bgPr>
    </p:bg>
    <p:spTree>
      <p:nvGrpSpPr>
        <p:cNvPr id="117" name="Shape 117"/>
        <p:cNvGrpSpPr/>
        <p:nvPr/>
      </p:nvGrpSpPr>
      <p:grpSpPr>
        <a:xfrm>
          <a:off x="0" y="0"/>
          <a:ext cx="0" cy="0"/>
          <a:chOff x="0" y="0"/>
          <a:chExt cx="0" cy="0"/>
        </a:xfrm>
      </p:grpSpPr>
      <p:sp>
        <p:nvSpPr>
          <p:cNvPr id="118" name="Google Shape;118;p27"/>
          <p:cNvSpPr txBox="1"/>
          <p:nvPr>
            <p:ph type="title"/>
          </p:nvPr>
        </p:nvSpPr>
        <p:spPr>
          <a:xfrm>
            <a:off x="612648" y="-1133856"/>
            <a:ext cx="10652760" cy="914400"/>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27"/>
          <p:cNvSpPr txBox="1"/>
          <p:nvPr>
            <p:ph idx="1" type="body"/>
          </p:nvPr>
        </p:nvSpPr>
        <p:spPr>
          <a:xfrm>
            <a:off x="59264" y="42335"/>
            <a:ext cx="11517039" cy="6172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8000"/>
              <a:buNone/>
              <a:defRPr b="1" sz="8000"/>
            </a:lvl1pPr>
            <a:lvl2pPr indent="-228600" lvl="1" marL="914400" algn="l">
              <a:lnSpc>
                <a:spcPct val="90000"/>
              </a:lnSpc>
              <a:spcBef>
                <a:spcPts val="500"/>
              </a:spcBef>
              <a:spcAft>
                <a:spcPts val="0"/>
              </a:spcAft>
              <a:buClr>
                <a:schemeClr val="lt1"/>
              </a:buClr>
              <a:buSzPts val="7200"/>
              <a:buNone/>
              <a:defRPr b="1" sz="7200"/>
            </a:lvl2pPr>
            <a:lvl3pPr indent="-228600" lvl="2" marL="1371600" algn="l">
              <a:lnSpc>
                <a:spcPct val="90000"/>
              </a:lnSpc>
              <a:spcBef>
                <a:spcPts val="500"/>
              </a:spcBef>
              <a:spcAft>
                <a:spcPts val="0"/>
              </a:spcAft>
              <a:buClr>
                <a:schemeClr val="lt1"/>
              </a:buClr>
              <a:buSzPts val="6600"/>
              <a:buNone/>
              <a:defRPr b="1" sz="6600"/>
            </a:lvl3pPr>
            <a:lvl4pPr indent="-228600" lvl="3" marL="1828800" algn="l">
              <a:lnSpc>
                <a:spcPct val="90000"/>
              </a:lnSpc>
              <a:spcBef>
                <a:spcPts val="500"/>
              </a:spcBef>
              <a:spcAft>
                <a:spcPts val="0"/>
              </a:spcAft>
              <a:buClr>
                <a:schemeClr val="lt1"/>
              </a:buClr>
              <a:buSzPts val="6000"/>
              <a:buNone/>
              <a:defRPr b="1" sz="6000"/>
            </a:lvl4pPr>
            <a:lvl5pPr indent="-228600" lvl="4" marL="2286000" algn="l">
              <a:lnSpc>
                <a:spcPct val="90000"/>
              </a:lnSpc>
              <a:spcBef>
                <a:spcPts val="500"/>
              </a:spcBef>
              <a:spcAft>
                <a:spcPts val="0"/>
              </a:spcAft>
              <a:buClr>
                <a:schemeClr val="lt1"/>
              </a:buClr>
              <a:buSzPts val="5400"/>
              <a:buNone/>
              <a:defRPr b="1" sz="54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0" name="Google Shape;120;p27"/>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7"/>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7"/>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123" name="Shape 123"/>
        <p:cNvGrpSpPr/>
        <p:nvPr/>
      </p:nvGrpSpPr>
      <p:grpSpPr>
        <a:xfrm>
          <a:off x="0" y="0"/>
          <a:ext cx="0" cy="0"/>
          <a:chOff x="0" y="0"/>
          <a:chExt cx="0" cy="0"/>
        </a:xfrm>
      </p:grpSpPr>
      <p:sp>
        <p:nvSpPr>
          <p:cNvPr id="124" name="Google Shape;124;p28"/>
          <p:cNvSpPr txBox="1"/>
          <p:nvPr>
            <p:ph type="title"/>
          </p:nvPr>
        </p:nvSpPr>
        <p:spPr>
          <a:xfrm>
            <a:off x="1499616" y="5029200"/>
            <a:ext cx="9198864" cy="640080"/>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107573"/>
              </a:buClr>
              <a:buSzPts val="2000"/>
              <a:buFont typeface="Arial"/>
              <a:buNone/>
              <a:defRPr sz="2000">
                <a:solidFill>
                  <a:srgbClr val="10757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28"/>
          <p:cNvSpPr txBox="1"/>
          <p:nvPr>
            <p:ph idx="1" type="body"/>
          </p:nvPr>
        </p:nvSpPr>
        <p:spPr>
          <a:xfrm>
            <a:off x="1499616" y="1188720"/>
            <a:ext cx="9198864" cy="333248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4800"/>
              <a:buNone/>
              <a:defRPr sz="4800">
                <a:latin typeface="Arial"/>
                <a:ea typeface="Arial"/>
                <a:cs typeface="Arial"/>
                <a:sym typeface="Arial"/>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28"/>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8"/>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8"/>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p:cSld name="Deux contenus">
    <p:spTree>
      <p:nvGrpSpPr>
        <p:cNvPr id="129" name="Shape 129"/>
        <p:cNvGrpSpPr/>
        <p:nvPr/>
      </p:nvGrpSpPr>
      <p:grpSpPr>
        <a:xfrm>
          <a:off x="0" y="0"/>
          <a:ext cx="0" cy="0"/>
          <a:chOff x="0" y="0"/>
          <a:chExt cx="0" cy="0"/>
        </a:xfrm>
      </p:grpSpPr>
      <p:sp>
        <p:nvSpPr>
          <p:cNvPr id="130" name="Google Shape;130;p29"/>
          <p:cNvSpPr txBox="1"/>
          <p:nvPr>
            <p:ph type="title"/>
          </p:nvPr>
        </p:nvSpPr>
        <p:spPr>
          <a:xfrm>
            <a:off x="612648" y="512064"/>
            <a:ext cx="10741152" cy="969264"/>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9"/>
          <p:cNvSpPr txBox="1"/>
          <p:nvPr>
            <p:ph idx="1" type="body"/>
          </p:nvPr>
        </p:nvSpPr>
        <p:spPr>
          <a:xfrm>
            <a:off x="612775" y="1825625"/>
            <a:ext cx="507492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29"/>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29"/>
          <p:cNvSpPr txBox="1"/>
          <p:nvPr>
            <p:ph idx="2" type="body"/>
          </p:nvPr>
        </p:nvSpPr>
        <p:spPr>
          <a:xfrm>
            <a:off x="6278563" y="1825625"/>
            <a:ext cx="5075237"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29"/>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9"/>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p:cSld name="Comparaison">
    <p:spTree>
      <p:nvGrpSpPr>
        <p:cNvPr id="136" name="Shape 136"/>
        <p:cNvGrpSpPr/>
        <p:nvPr/>
      </p:nvGrpSpPr>
      <p:grpSpPr>
        <a:xfrm>
          <a:off x="0" y="0"/>
          <a:ext cx="0" cy="0"/>
          <a:chOff x="0" y="0"/>
          <a:chExt cx="0" cy="0"/>
        </a:xfrm>
      </p:grpSpPr>
      <p:sp>
        <p:nvSpPr>
          <p:cNvPr id="137" name="Google Shape;137;p30"/>
          <p:cNvSpPr txBox="1"/>
          <p:nvPr>
            <p:ph type="title"/>
          </p:nvPr>
        </p:nvSpPr>
        <p:spPr>
          <a:xfrm>
            <a:off x="609600" y="512064"/>
            <a:ext cx="10745788" cy="969264"/>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0"/>
          <p:cNvSpPr txBox="1"/>
          <p:nvPr>
            <p:ph idx="1" type="body"/>
          </p:nvPr>
        </p:nvSpPr>
        <p:spPr>
          <a:xfrm>
            <a:off x="609600" y="1685735"/>
            <a:ext cx="5074920" cy="5598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1" sz="16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9" name="Google Shape;139;p30"/>
          <p:cNvSpPr txBox="1"/>
          <p:nvPr>
            <p:ph idx="2" type="body"/>
          </p:nvPr>
        </p:nvSpPr>
        <p:spPr>
          <a:xfrm>
            <a:off x="609600" y="2387600"/>
            <a:ext cx="5075238" cy="378618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 name="Google Shape;140;p30"/>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30"/>
          <p:cNvSpPr txBox="1"/>
          <p:nvPr>
            <p:ph idx="3" type="body"/>
          </p:nvPr>
        </p:nvSpPr>
        <p:spPr>
          <a:xfrm>
            <a:off x="6280468" y="1685735"/>
            <a:ext cx="5074920" cy="5598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1" sz="16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2" name="Google Shape;142;p30"/>
          <p:cNvSpPr txBox="1"/>
          <p:nvPr>
            <p:ph idx="4" type="body"/>
          </p:nvPr>
        </p:nvSpPr>
        <p:spPr>
          <a:xfrm>
            <a:off x="6279832" y="2387600"/>
            <a:ext cx="5075556" cy="378618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30"/>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0"/>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145" name="Shape 145"/>
        <p:cNvGrpSpPr/>
        <p:nvPr/>
      </p:nvGrpSpPr>
      <p:grpSpPr>
        <a:xfrm>
          <a:off x="0" y="0"/>
          <a:ext cx="0" cy="0"/>
          <a:chOff x="0" y="0"/>
          <a:chExt cx="0" cy="0"/>
        </a:xfrm>
      </p:grpSpPr>
      <p:sp>
        <p:nvSpPr>
          <p:cNvPr id="146" name="Google Shape;146;p31"/>
          <p:cNvSpPr txBox="1"/>
          <p:nvPr>
            <p:ph type="title"/>
          </p:nvPr>
        </p:nvSpPr>
        <p:spPr>
          <a:xfrm>
            <a:off x="612648" y="512064"/>
            <a:ext cx="10963656" cy="969264"/>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31"/>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31"/>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31"/>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type="blank">
  <p:cSld name="BLANK">
    <p:spTree>
      <p:nvGrpSpPr>
        <p:cNvPr id="150" name="Shape 150"/>
        <p:cNvGrpSpPr/>
        <p:nvPr/>
      </p:nvGrpSpPr>
      <p:grpSpPr>
        <a:xfrm>
          <a:off x="0" y="0"/>
          <a:ext cx="0" cy="0"/>
          <a:chOff x="0" y="0"/>
          <a:chExt cx="0" cy="0"/>
        </a:xfrm>
      </p:grpSpPr>
      <p:sp>
        <p:nvSpPr>
          <p:cNvPr id="151" name="Google Shape;151;p32"/>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2"/>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32"/>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bg>
      <p:bgPr>
        <a:solidFill>
          <a:schemeClr val="dk1"/>
        </a:solidFill>
      </p:bgPr>
    </p:bg>
    <p:spTree>
      <p:nvGrpSpPr>
        <p:cNvPr id="154" name="Shape 154"/>
        <p:cNvGrpSpPr/>
        <p:nvPr/>
      </p:nvGrpSpPr>
      <p:grpSpPr>
        <a:xfrm>
          <a:off x="0" y="0"/>
          <a:ext cx="0" cy="0"/>
          <a:chOff x="0" y="0"/>
          <a:chExt cx="0" cy="0"/>
        </a:xfrm>
      </p:grpSpPr>
      <p:sp>
        <p:nvSpPr>
          <p:cNvPr id="155" name="Google Shape;155;p33"/>
          <p:cNvSpPr txBox="1"/>
          <p:nvPr>
            <p:ph type="title"/>
          </p:nvPr>
        </p:nvSpPr>
        <p:spPr>
          <a:xfrm>
            <a:off x="114299" y="89808"/>
            <a:ext cx="11462003" cy="25146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lt1"/>
              </a:buClr>
              <a:buSzPts val="7200"/>
              <a:buFont typeface="Arial"/>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33"/>
          <p:cNvSpPr txBox="1"/>
          <p:nvPr>
            <p:ph idx="1" type="body"/>
          </p:nvPr>
        </p:nvSpPr>
        <p:spPr>
          <a:xfrm>
            <a:off x="612775" y="3118757"/>
            <a:ext cx="10963528" cy="26207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lvl1pPr>
            <a:lvl2pPr indent="-228600" lvl="1" marL="914400" algn="l">
              <a:lnSpc>
                <a:spcPct val="120000"/>
              </a:lnSpc>
              <a:spcBef>
                <a:spcPts val="500"/>
              </a:spcBef>
              <a:spcAft>
                <a:spcPts val="0"/>
              </a:spcAft>
              <a:buClr>
                <a:schemeClr val="lt1"/>
              </a:buClr>
              <a:buSzPts val="1400"/>
              <a:buNone/>
              <a:defRPr/>
            </a:lvl2pPr>
            <a:lvl3pPr indent="-228600" lvl="2" marL="1371600" algn="l">
              <a:lnSpc>
                <a:spcPct val="120000"/>
              </a:lnSpc>
              <a:spcBef>
                <a:spcPts val="500"/>
              </a:spcBef>
              <a:spcAft>
                <a:spcPts val="0"/>
              </a:spcAft>
              <a:buClr>
                <a:schemeClr val="lt1"/>
              </a:buClr>
              <a:buSzPts val="1400"/>
              <a:buNone/>
              <a:defRPr/>
            </a:lvl3pPr>
            <a:lvl4pPr indent="-228600" lvl="3" marL="1828800" algn="l">
              <a:lnSpc>
                <a:spcPct val="120000"/>
              </a:lnSpc>
              <a:spcBef>
                <a:spcPts val="500"/>
              </a:spcBef>
              <a:spcAft>
                <a:spcPts val="0"/>
              </a:spcAft>
              <a:buClr>
                <a:schemeClr val="lt1"/>
              </a:buClr>
              <a:buSzPts val="1400"/>
              <a:buNone/>
              <a:defRPr/>
            </a:lvl4pPr>
            <a:lvl5pPr indent="-228600" lvl="4" marL="2286000" algn="l">
              <a:lnSpc>
                <a:spcPct val="120000"/>
              </a:lnSpc>
              <a:spcBef>
                <a:spcPts val="5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7" name="Google Shape;157;p33"/>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33"/>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33"/>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2">
  <p:cSld name="Conclusion 2">
    <p:bg>
      <p:bgPr>
        <a:solidFill>
          <a:schemeClr val="dk1"/>
        </a:solidFill>
      </p:bgPr>
    </p:bg>
    <p:spTree>
      <p:nvGrpSpPr>
        <p:cNvPr id="160" name="Shape 160"/>
        <p:cNvGrpSpPr/>
        <p:nvPr/>
      </p:nvGrpSpPr>
      <p:grpSpPr>
        <a:xfrm>
          <a:off x="0" y="0"/>
          <a:ext cx="0" cy="0"/>
          <a:chOff x="0" y="0"/>
          <a:chExt cx="0" cy="0"/>
        </a:xfrm>
      </p:grpSpPr>
      <p:sp>
        <p:nvSpPr>
          <p:cNvPr id="161" name="Google Shape;161;p34"/>
          <p:cNvSpPr txBox="1"/>
          <p:nvPr>
            <p:ph type="title"/>
          </p:nvPr>
        </p:nvSpPr>
        <p:spPr>
          <a:xfrm>
            <a:off x="612647" y="1627318"/>
            <a:ext cx="8430767" cy="1842020"/>
          </a:xfrm>
          <a:prstGeom prst="rect">
            <a:avLst/>
          </a:prstGeom>
          <a:noFill/>
          <a:ln>
            <a:noFill/>
          </a:ln>
        </p:spPr>
        <p:txBody>
          <a:bodyPr anchorCtr="0" anchor="b" bIns="45700" lIns="91425" spcFirstLastPara="1" rIns="91425" wrap="square" tIns="45700">
            <a:noAutofit/>
          </a:bodyPr>
          <a:lstStyle>
            <a:lvl1pPr lvl="0" algn="l">
              <a:lnSpc>
                <a:spcPct val="95000"/>
              </a:lnSpc>
              <a:spcBef>
                <a:spcPts val="0"/>
              </a:spcBef>
              <a:spcAft>
                <a:spcPts val="0"/>
              </a:spcAft>
              <a:buClr>
                <a:schemeClr val="lt1"/>
              </a:buClr>
              <a:buSzPts val="7200"/>
              <a:buFont typeface="Arial"/>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34"/>
          <p:cNvSpPr txBox="1"/>
          <p:nvPr>
            <p:ph idx="1" type="body"/>
          </p:nvPr>
        </p:nvSpPr>
        <p:spPr>
          <a:xfrm>
            <a:off x="612775" y="3622674"/>
            <a:ext cx="8430639" cy="160800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sz="1800"/>
            </a:lvl1pPr>
            <a:lvl2pPr indent="-228600" lvl="1" marL="914400" algn="l">
              <a:lnSpc>
                <a:spcPct val="120000"/>
              </a:lnSpc>
              <a:spcBef>
                <a:spcPts val="500"/>
              </a:spcBef>
              <a:spcAft>
                <a:spcPts val="0"/>
              </a:spcAft>
              <a:buClr>
                <a:schemeClr val="lt1"/>
              </a:buClr>
              <a:buSzPts val="1600"/>
              <a:buNone/>
              <a:defRPr sz="1600"/>
            </a:lvl2pPr>
            <a:lvl3pPr indent="-228600" lvl="2" marL="1371600" algn="l">
              <a:lnSpc>
                <a:spcPct val="120000"/>
              </a:lnSpc>
              <a:spcBef>
                <a:spcPts val="500"/>
              </a:spcBef>
              <a:spcAft>
                <a:spcPts val="0"/>
              </a:spcAft>
              <a:buClr>
                <a:schemeClr val="lt1"/>
              </a:buClr>
              <a:buSzPts val="1400"/>
              <a:buNone/>
              <a:defRPr sz="1400"/>
            </a:lvl3pPr>
            <a:lvl4pPr indent="-228600" lvl="3" marL="1828800" algn="l">
              <a:lnSpc>
                <a:spcPct val="120000"/>
              </a:lnSpc>
              <a:spcBef>
                <a:spcPts val="500"/>
              </a:spcBef>
              <a:spcAft>
                <a:spcPts val="0"/>
              </a:spcAft>
              <a:buClr>
                <a:schemeClr val="lt1"/>
              </a:buClr>
              <a:buSzPts val="1400"/>
              <a:buNone/>
              <a:defRPr sz="1400"/>
            </a:lvl4pPr>
            <a:lvl5pPr indent="-228600" lvl="4" marL="2286000" algn="l">
              <a:lnSpc>
                <a:spcPct val="120000"/>
              </a:lnSpc>
              <a:spcBef>
                <a:spcPts val="500"/>
              </a:spcBef>
              <a:spcAft>
                <a:spcPts val="0"/>
              </a:spcAft>
              <a:buClr>
                <a:schemeClr val="lt1"/>
              </a:buClr>
              <a:buSzPts val="1200"/>
              <a:buNone/>
              <a:defRPr sz="12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3" name="Google Shape;163;p34"/>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34"/>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34"/>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lvl1pPr lvl="0" marR="0" rtl="0" algn="l">
              <a:lnSpc>
                <a:spcPct val="95000"/>
              </a:lnSpc>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6"/>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lvl1pPr indent="-317500" lvl="0" marL="457200" marR="0" rtl="0" algn="l">
              <a:lnSpc>
                <a:spcPct val="12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6"/>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6"/>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6"/>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7296">
          <p15:clr>
            <a:srgbClr val="F26B43"/>
          </p15:clr>
        </p15:guide>
        <p15:guide id="4" pos="3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33D"/>
        </a:solidFill>
      </p:bgPr>
    </p:bg>
    <p:spTree>
      <p:nvGrpSpPr>
        <p:cNvPr id="170" name="Shape 170"/>
        <p:cNvGrpSpPr/>
        <p:nvPr/>
      </p:nvGrpSpPr>
      <p:grpSpPr>
        <a:xfrm>
          <a:off x="0" y="0"/>
          <a:ext cx="0" cy="0"/>
          <a:chOff x="0" y="0"/>
          <a:chExt cx="0" cy="0"/>
        </a:xfrm>
      </p:grpSpPr>
      <p:sp>
        <p:nvSpPr>
          <p:cNvPr id="171" name="Google Shape;171;p1"/>
          <p:cNvSpPr/>
          <p:nvPr/>
        </p:nvSpPr>
        <p:spPr>
          <a:xfrm>
            <a:off x="8778240" y="-1371600"/>
            <a:ext cx="5120640" cy="5120640"/>
          </a:xfrm>
          <a:prstGeom prst="ellipse">
            <a:avLst/>
          </a:prstGeom>
          <a:solidFill>
            <a:srgbClr val="1B4B8F">
              <a:alpha val="4509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2" name="Google Shape;172;p1"/>
          <p:cNvSpPr/>
          <p:nvPr/>
        </p:nvSpPr>
        <p:spPr>
          <a:xfrm>
            <a:off x="10058400" y="3291840"/>
            <a:ext cx="3108960" cy="3108960"/>
          </a:xfrm>
          <a:prstGeom prst="ellipse">
            <a:avLst/>
          </a:prstGeom>
          <a:solidFill>
            <a:srgbClr val="C98A2E">
              <a:alpha val="2784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3" name="Google Shape;173;p1"/>
          <p:cNvSpPr txBox="1"/>
          <p:nvPr/>
        </p:nvSpPr>
        <p:spPr>
          <a:xfrm>
            <a:off x="640080" y="2286000"/>
            <a:ext cx="7863840" cy="17373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1" i="0" lang="en-US" sz="4000" u="none" cap="none" strike="noStrike">
                <a:solidFill>
                  <a:srgbClr val="FFFFFF"/>
                </a:solidFill>
                <a:latin typeface="Cambria"/>
                <a:ea typeface="Cambria"/>
                <a:cs typeface="Cambria"/>
                <a:sym typeface="Cambria"/>
              </a:rPr>
              <a:t>Etude sur la réussite scolaire dans 2 lycées du Portugal</a:t>
            </a:r>
            <a:endParaRPr b="1" i="0" sz="4000" u="none" cap="none" strike="noStrike">
              <a:solidFill>
                <a:srgbClr val="FFFFFF"/>
              </a:solidFill>
              <a:latin typeface="Cambria"/>
              <a:ea typeface="Cambria"/>
              <a:cs typeface="Cambria"/>
              <a:sym typeface="Cambria"/>
            </a:endParaRPr>
          </a:p>
        </p:txBody>
      </p:sp>
      <p:sp>
        <p:nvSpPr>
          <p:cNvPr id="174" name="Google Shape;174;p1"/>
          <p:cNvSpPr txBox="1"/>
          <p:nvPr/>
        </p:nvSpPr>
        <p:spPr>
          <a:xfrm>
            <a:off x="640080" y="4069080"/>
            <a:ext cx="78638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AF0F7"/>
              </a:buClr>
              <a:buSzPts val="1800"/>
              <a:buFont typeface="Calibri"/>
              <a:buNone/>
            </a:pPr>
            <a:r>
              <a:rPr b="0" i="1" lang="en-US" sz="1800" u="none" cap="none" strike="noStrike">
                <a:solidFill>
                  <a:srgbClr val="EAF0F7"/>
                </a:solidFill>
                <a:latin typeface="Calibri"/>
                <a:ea typeface="Calibri"/>
                <a:cs typeface="Calibri"/>
                <a:sym typeface="Calibri"/>
              </a:rPr>
              <a:t>674 élèves, 33 variables, une année scolaire</a:t>
            </a:r>
            <a:endParaRPr b="0" i="0" sz="1800" u="none" cap="none" strike="noStrike">
              <a:solidFill>
                <a:schemeClr val="dk1"/>
              </a:solidFill>
              <a:latin typeface="Arial"/>
              <a:ea typeface="Arial"/>
              <a:cs typeface="Arial"/>
              <a:sym typeface="Arial"/>
            </a:endParaRPr>
          </a:p>
        </p:txBody>
      </p:sp>
      <p:sp>
        <p:nvSpPr>
          <p:cNvPr id="175" name="Google Shape;175;p1"/>
          <p:cNvSpPr txBox="1"/>
          <p:nvPr/>
        </p:nvSpPr>
        <p:spPr>
          <a:xfrm>
            <a:off x="548640" y="4709161"/>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5B8FCB"/>
                </a:solidFill>
                <a:latin typeface="Calibri"/>
                <a:ea typeface="Calibri"/>
                <a:cs typeface="Calibri"/>
                <a:sym typeface="Calibri"/>
              </a:rPr>
              <a:t>Données : P. Cortez et A. Silva (2008) · Université do Minho – Dataset ALENTEJO · 2005-2006 </a:t>
            </a:r>
            <a:endParaRPr b="0" i="0" sz="1100" u="none" cap="none" strike="noStrike">
              <a:solidFill>
                <a:srgbClr val="5B8FCB"/>
              </a:solidFill>
              <a:latin typeface="Calibri"/>
              <a:ea typeface="Calibri"/>
              <a:cs typeface="Calibri"/>
              <a:sym typeface="Calibri"/>
            </a:endParaRPr>
          </a:p>
        </p:txBody>
      </p:sp>
      <p:sp>
        <p:nvSpPr>
          <p:cNvPr id="176" name="Google Shape;176;p1"/>
          <p:cNvSpPr txBox="1"/>
          <p:nvPr/>
        </p:nvSpPr>
        <p:spPr>
          <a:xfrm>
            <a:off x="548640" y="5440681"/>
            <a:ext cx="149912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Mathilde Neslias</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Stéphanie Gabé</a:t>
            </a:r>
            <a:endParaRPr/>
          </a:p>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Geoffrey Caillot</a:t>
            </a:r>
            <a:endParaRPr/>
          </a:p>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Cyril Roche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5"/>
          <p:cNvSpPr txBox="1"/>
          <p:nvPr/>
        </p:nvSpPr>
        <p:spPr>
          <a:xfrm>
            <a:off x="640080" y="658368"/>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233D"/>
              </a:buClr>
              <a:buSzPts val="3200"/>
              <a:buFont typeface="Cambria"/>
              <a:buNone/>
            </a:pPr>
            <a:r>
              <a:rPr b="1" i="0" lang="en-US" sz="3200" u="none" cap="none" strike="noStrike">
                <a:solidFill>
                  <a:srgbClr val="12233D"/>
                </a:solidFill>
                <a:latin typeface="Cambria"/>
                <a:ea typeface="Cambria"/>
                <a:cs typeface="Cambria"/>
                <a:sym typeface="Cambria"/>
              </a:rPr>
              <a:t>Etude sur la réussite scolaire dans 2 lycées du Portugal</a:t>
            </a:r>
            <a:endParaRPr b="0" i="0" sz="3200" u="none" cap="none" strike="noStrike">
              <a:solidFill>
                <a:schemeClr val="dk1"/>
              </a:solidFill>
              <a:latin typeface="Arial"/>
              <a:ea typeface="Arial"/>
              <a:cs typeface="Arial"/>
              <a:sym typeface="Arial"/>
            </a:endParaRPr>
          </a:p>
        </p:txBody>
      </p:sp>
      <p:sp>
        <p:nvSpPr>
          <p:cNvPr id="183" name="Google Shape;183;p35"/>
          <p:cNvSpPr/>
          <p:nvPr/>
        </p:nvSpPr>
        <p:spPr>
          <a:xfrm>
            <a:off x="640080" y="1554480"/>
            <a:ext cx="5349240" cy="2642616"/>
          </a:xfrm>
          <a:prstGeom prst="roundRect">
            <a:avLst>
              <a:gd fmla="val 2254" name="adj"/>
            </a:avLst>
          </a:prstGeom>
          <a:solidFill>
            <a:srgbClr val="EAF0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preencoded.png" id="184" name="Google Shape;184;p35"/>
          <p:cNvPicPr preferRelativeResize="0"/>
          <p:nvPr/>
        </p:nvPicPr>
        <p:blipFill rotWithShape="1">
          <a:blip r:embed="rId3">
            <a:alphaModFix/>
          </a:blip>
          <a:srcRect b="0" l="0" r="0" t="0"/>
          <a:stretch/>
        </p:blipFill>
        <p:spPr>
          <a:xfrm>
            <a:off x="914400" y="1737360"/>
            <a:ext cx="310896" cy="310896"/>
          </a:xfrm>
          <a:prstGeom prst="rect">
            <a:avLst/>
          </a:prstGeom>
          <a:noFill/>
          <a:ln>
            <a:noFill/>
          </a:ln>
        </p:spPr>
      </p:pic>
      <p:sp>
        <p:nvSpPr>
          <p:cNvPr id="185" name="Google Shape;185;p35"/>
          <p:cNvSpPr txBox="1"/>
          <p:nvPr/>
        </p:nvSpPr>
        <p:spPr>
          <a:xfrm>
            <a:off x="1316736" y="1755648"/>
            <a:ext cx="247802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4B8F"/>
              </a:buClr>
              <a:buSzPts val="1200"/>
              <a:buFont typeface="Calibri"/>
              <a:buNone/>
            </a:pPr>
            <a:r>
              <a:rPr b="1" i="0" lang="en-US" sz="1200" u="none" cap="none" strike="noStrike">
                <a:solidFill>
                  <a:srgbClr val="1B4B8F"/>
                </a:solidFill>
                <a:latin typeface="Calibri"/>
                <a:ea typeface="Calibri"/>
                <a:cs typeface="Calibri"/>
                <a:sym typeface="Calibri"/>
              </a:rPr>
              <a:t>L'ÉTUDE</a:t>
            </a:r>
            <a:endParaRPr b="0" i="0" sz="1200" u="none" cap="none" strike="noStrike">
              <a:solidFill>
                <a:schemeClr val="dk1"/>
              </a:solidFill>
              <a:latin typeface="Arial"/>
              <a:ea typeface="Arial"/>
              <a:cs typeface="Arial"/>
              <a:sym typeface="Arial"/>
            </a:endParaRPr>
          </a:p>
        </p:txBody>
      </p:sp>
      <p:sp>
        <p:nvSpPr>
          <p:cNvPr id="186" name="Google Shape;186;p35"/>
          <p:cNvSpPr txBox="1"/>
          <p:nvPr/>
        </p:nvSpPr>
        <p:spPr>
          <a:xfrm>
            <a:off x="914400" y="2157984"/>
            <a:ext cx="4123944" cy="493776"/>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12233D"/>
              </a:buClr>
              <a:buSzPts val="1200"/>
              <a:buFont typeface="Calibri"/>
              <a:buChar char="•"/>
            </a:pPr>
            <a:r>
              <a:rPr b="0" i="0" lang="en-US" sz="1200" u="none" cap="none" strike="noStrike">
                <a:solidFill>
                  <a:srgbClr val="12233D"/>
                </a:solidFill>
                <a:latin typeface="Calibri"/>
                <a:ea typeface="Calibri"/>
                <a:cs typeface="Calibri"/>
                <a:sym typeface="Calibri"/>
              </a:rPr>
              <a:t>Origine du dataset et objectifs</a:t>
            </a:r>
            <a:endParaRPr b="0" i="0" sz="1200" u="none" cap="none" strike="noStrike">
              <a:solidFill>
                <a:srgbClr val="12233D"/>
              </a:solidFill>
              <a:latin typeface="Calibri"/>
              <a:ea typeface="Calibri"/>
              <a:cs typeface="Calibri"/>
              <a:sym typeface="Calibri"/>
            </a:endParaRPr>
          </a:p>
          <a:p>
            <a:pPr indent="-342900" lvl="0" marL="342900" marR="0" rtl="0" algn="l">
              <a:lnSpc>
                <a:spcPct val="125000"/>
              </a:lnSpc>
              <a:spcBef>
                <a:spcPts val="0"/>
              </a:spcBef>
              <a:spcAft>
                <a:spcPts val="0"/>
              </a:spcAft>
              <a:buClr>
                <a:srgbClr val="12233D"/>
              </a:buClr>
              <a:buSzPts val="1200"/>
              <a:buFont typeface="Calibri"/>
              <a:buChar char="•"/>
            </a:pPr>
            <a:r>
              <a:rPr b="0" i="0" lang="en-US" sz="1200" u="none" cap="none" strike="noStrike">
                <a:solidFill>
                  <a:srgbClr val="12233D"/>
                </a:solidFill>
                <a:latin typeface="Calibri"/>
                <a:ea typeface="Calibri"/>
                <a:cs typeface="Calibri"/>
                <a:sym typeface="Calibri"/>
              </a:rPr>
              <a:t>2 lycées publics de la region d’Alentajo</a:t>
            </a:r>
            <a:endParaRPr b="0" i="0" sz="1200" u="none" cap="none" strike="noStrike">
              <a:solidFill>
                <a:srgbClr val="12233D"/>
              </a:solidFill>
              <a:latin typeface="Calibri"/>
              <a:ea typeface="Calibri"/>
              <a:cs typeface="Calibri"/>
              <a:sym typeface="Calibri"/>
            </a:endParaRPr>
          </a:p>
          <a:p>
            <a:pPr indent="-266700" lvl="0" marL="342900" marR="0" rtl="0" algn="l">
              <a:lnSpc>
                <a:spcPct val="125000"/>
              </a:lnSpc>
              <a:spcBef>
                <a:spcPts val="0"/>
              </a:spcBef>
              <a:spcAft>
                <a:spcPts val="0"/>
              </a:spcAft>
              <a:buClr>
                <a:srgbClr val="12233D"/>
              </a:buClr>
              <a:buSzPts val="1200"/>
              <a:buFont typeface="Calibri"/>
              <a:buNone/>
            </a:pPr>
            <a:r>
              <a:t/>
            </a:r>
            <a:endParaRPr b="0" i="0" sz="1200" u="none" cap="none" strike="noStrike">
              <a:solidFill>
                <a:schemeClr val="dk1"/>
              </a:solidFill>
              <a:latin typeface="Arial"/>
              <a:ea typeface="Arial"/>
              <a:cs typeface="Arial"/>
              <a:sym typeface="Arial"/>
            </a:endParaRPr>
          </a:p>
          <a:p>
            <a:pPr indent="0" lvl="0" marL="0" marR="0" rtl="0" algn="l">
              <a:lnSpc>
                <a:spcPct val="125000"/>
              </a:lnSpc>
              <a:spcBef>
                <a:spcPts val="80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87" name="Google Shape;187;p35"/>
          <p:cNvSpPr/>
          <p:nvPr/>
        </p:nvSpPr>
        <p:spPr>
          <a:xfrm>
            <a:off x="6263640" y="1554480"/>
            <a:ext cx="5431536" cy="2459736"/>
          </a:xfrm>
          <a:prstGeom prst="roundRect">
            <a:avLst>
              <a:gd fmla="val 2254" name="adj"/>
            </a:avLst>
          </a:prstGeom>
          <a:solidFill>
            <a:srgbClr val="EAF0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preencoded.png" id="188" name="Google Shape;188;p35"/>
          <p:cNvPicPr preferRelativeResize="0"/>
          <p:nvPr/>
        </p:nvPicPr>
        <p:blipFill rotWithShape="1">
          <a:blip r:embed="rId4">
            <a:alphaModFix/>
          </a:blip>
          <a:srcRect b="0" l="0" r="0" t="0"/>
          <a:stretch/>
        </p:blipFill>
        <p:spPr>
          <a:xfrm>
            <a:off x="6528816" y="1755648"/>
            <a:ext cx="310896" cy="310896"/>
          </a:xfrm>
          <a:prstGeom prst="rect">
            <a:avLst/>
          </a:prstGeom>
          <a:noFill/>
          <a:ln>
            <a:noFill/>
          </a:ln>
        </p:spPr>
      </p:pic>
      <p:sp>
        <p:nvSpPr>
          <p:cNvPr id="189" name="Google Shape;189;p35"/>
          <p:cNvSpPr txBox="1"/>
          <p:nvPr/>
        </p:nvSpPr>
        <p:spPr>
          <a:xfrm>
            <a:off x="6931152" y="1773936"/>
            <a:ext cx="341985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4B8F"/>
              </a:buClr>
              <a:buSzPts val="1200"/>
              <a:buFont typeface="Calibri"/>
              <a:buNone/>
            </a:pPr>
            <a:r>
              <a:rPr b="1" i="0" lang="en-US" sz="1200" u="none" cap="none" strike="noStrike">
                <a:solidFill>
                  <a:srgbClr val="1B4B8F"/>
                </a:solidFill>
                <a:latin typeface="Calibri"/>
                <a:ea typeface="Calibri"/>
                <a:cs typeface="Calibri"/>
                <a:sym typeface="Calibri"/>
              </a:rPr>
              <a:t>COLLECTE &amp; ANALYSE EXPLORATOIRE DES DONNEES</a:t>
            </a:r>
            <a:endParaRPr b="0" i="0" sz="1200" u="none" cap="none" strike="noStrike">
              <a:solidFill>
                <a:schemeClr val="dk1"/>
              </a:solidFill>
              <a:latin typeface="Arial"/>
              <a:ea typeface="Arial"/>
              <a:cs typeface="Arial"/>
              <a:sym typeface="Arial"/>
            </a:endParaRPr>
          </a:p>
        </p:txBody>
      </p:sp>
      <p:sp>
        <p:nvSpPr>
          <p:cNvPr id="190" name="Google Shape;190;p35"/>
          <p:cNvSpPr txBox="1"/>
          <p:nvPr/>
        </p:nvSpPr>
        <p:spPr>
          <a:xfrm>
            <a:off x="799239" y="3473770"/>
            <a:ext cx="4540975" cy="1216152"/>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12233D"/>
              </a:buClr>
              <a:buSzPts val="1200"/>
              <a:buFont typeface="Calibri"/>
              <a:buChar char="•"/>
            </a:pPr>
            <a:r>
              <a:rPr b="0" i="0" lang="en-US" sz="1200" u="none" cap="none" strike="noStrike">
                <a:solidFill>
                  <a:srgbClr val="12233D"/>
                </a:solidFill>
                <a:latin typeface="Calibri"/>
                <a:ea typeface="Calibri"/>
                <a:cs typeface="Calibri"/>
                <a:sym typeface="Calibri"/>
              </a:rPr>
              <a:t>Scolarité obligatoire jusqu'à 15 ans seulement </a:t>
            </a:r>
            <a:endParaRPr/>
          </a:p>
          <a:p>
            <a:pPr indent="-342900" lvl="0" marL="342900" marR="0" rtl="0" algn="l">
              <a:lnSpc>
                <a:spcPct val="125000"/>
              </a:lnSpc>
              <a:spcBef>
                <a:spcPts val="0"/>
              </a:spcBef>
              <a:spcAft>
                <a:spcPts val="0"/>
              </a:spcAft>
              <a:buClr>
                <a:srgbClr val="12233D"/>
              </a:buClr>
              <a:buSzPts val="1200"/>
              <a:buFont typeface="Calibri"/>
              <a:buChar char="•"/>
            </a:pPr>
            <a:r>
              <a:rPr b="0" i="0" lang="en-US" sz="1200" u="none" cap="none" strike="noStrike">
                <a:solidFill>
                  <a:srgbClr val="12233D"/>
                </a:solidFill>
                <a:latin typeface="Calibri"/>
                <a:ea typeface="Calibri"/>
                <a:cs typeface="Calibri"/>
                <a:sym typeface="Calibri"/>
              </a:rPr>
              <a:t>PISA 2006</a:t>
            </a:r>
            <a:endParaRPr/>
          </a:p>
        </p:txBody>
      </p:sp>
      <p:pic>
        <p:nvPicPr>
          <p:cNvPr id="191" name="Google Shape;191;p35"/>
          <p:cNvPicPr preferRelativeResize="0"/>
          <p:nvPr/>
        </p:nvPicPr>
        <p:blipFill rotWithShape="1">
          <a:blip r:embed="rId5">
            <a:alphaModFix/>
          </a:blip>
          <a:srcRect b="0" l="0" r="0" t="0"/>
          <a:stretch/>
        </p:blipFill>
        <p:spPr>
          <a:xfrm>
            <a:off x="4919472" y="1628582"/>
            <a:ext cx="950559" cy="1552580"/>
          </a:xfrm>
          <a:prstGeom prst="rect">
            <a:avLst/>
          </a:prstGeom>
          <a:noFill/>
          <a:ln>
            <a:noFill/>
          </a:ln>
        </p:spPr>
      </p:pic>
      <p:sp>
        <p:nvSpPr>
          <p:cNvPr id="192" name="Google Shape;192;p35"/>
          <p:cNvSpPr txBox="1"/>
          <p:nvPr/>
        </p:nvSpPr>
        <p:spPr>
          <a:xfrm>
            <a:off x="826553" y="3090672"/>
            <a:ext cx="2880360" cy="466344"/>
          </a:xfrm>
          <a:prstGeom prst="rect">
            <a:avLst/>
          </a:prstGeom>
          <a:noFill/>
          <a:ln>
            <a:noFill/>
          </a:ln>
        </p:spPr>
        <p:txBody>
          <a:bodyPr anchorCtr="0" anchor="t" bIns="0" lIns="0" spcFirstLastPara="1" rIns="0" wrap="square" tIns="0">
            <a:noAutofit/>
          </a:bodyPr>
          <a:lstStyle/>
          <a:p>
            <a:pPr indent="-266700" lvl="0" marL="342900" marR="0" rtl="0" algn="l">
              <a:lnSpc>
                <a:spcPct val="125000"/>
              </a:lnSpc>
              <a:spcBef>
                <a:spcPts val="0"/>
              </a:spcBef>
              <a:spcAft>
                <a:spcPts val="0"/>
              </a:spcAft>
              <a:buClr>
                <a:srgbClr val="12233D"/>
              </a:buClr>
              <a:buSzPts val="1200"/>
              <a:buFont typeface="Calibri"/>
              <a:buNone/>
            </a:pPr>
            <a:r>
              <a:t/>
            </a:r>
            <a:endParaRPr b="0" i="0" sz="1200" u="none" cap="none" strike="noStrike">
              <a:solidFill>
                <a:schemeClr val="dk1"/>
              </a:solidFill>
              <a:latin typeface="Arial"/>
              <a:ea typeface="Arial"/>
              <a:cs typeface="Arial"/>
              <a:sym typeface="Arial"/>
            </a:endParaRPr>
          </a:p>
        </p:txBody>
      </p:sp>
      <p:pic>
        <p:nvPicPr>
          <p:cNvPr descr="preencoded.png" id="193" name="Google Shape;193;p35"/>
          <p:cNvPicPr preferRelativeResize="0"/>
          <p:nvPr/>
        </p:nvPicPr>
        <p:blipFill rotWithShape="1">
          <a:blip r:embed="rId4">
            <a:alphaModFix/>
          </a:blip>
          <a:srcRect b="0" l="0" r="0" t="0"/>
          <a:stretch/>
        </p:blipFill>
        <p:spPr>
          <a:xfrm>
            <a:off x="887086" y="3025714"/>
            <a:ext cx="310896" cy="310896"/>
          </a:xfrm>
          <a:prstGeom prst="rect">
            <a:avLst/>
          </a:prstGeom>
          <a:noFill/>
          <a:ln>
            <a:noFill/>
          </a:ln>
        </p:spPr>
      </p:pic>
      <p:sp>
        <p:nvSpPr>
          <p:cNvPr id="194" name="Google Shape;194;p35"/>
          <p:cNvSpPr txBox="1"/>
          <p:nvPr/>
        </p:nvSpPr>
        <p:spPr>
          <a:xfrm>
            <a:off x="1289422" y="3044002"/>
            <a:ext cx="247802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4B8F"/>
              </a:buClr>
              <a:buSzPts val="1200"/>
              <a:buFont typeface="Calibri"/>
              <a:buNone/>
            </a:pPr>
            <a:r>
              <a:rPr b="1" i="0" lang="en-US" sz="1200" u="none" cap="none" strike="noStrike">
                <a:solidFill>
                  <a:srgbClr val="1B4B8F"/>
                </a:solidFill>
                <a:latin typeface="Calibri"/>
                <a:ea typeface="Calibri"/>
                <a:cs typeface="Calibri"/>
                <a:sym typeface="Calibri"/>
              </a:rPr>
              <a:t>LE CONTEXTE</a:t>
            </a:r>
            <a:endParaRPr b="0" i="0" sz="1200" u="none" cap="none" strike="noStrike">
              <a:solidFill>
                <a:schemeClr val="dk1"/>
              </a:solidFill>
              <a:latin typeface="Arial"/>
              <a:ea typeface="Arial"/>
              <a:cs typeface="Arial"/>
              <a:sym typeface="Arial"/>
            </a:endParaRPr>
          </a:p>
        </p:txBody>
      </p:sp>
      <p:sp>
        <p:nvSpPr>
          <p:cNvPr id="195" name="Google Shape;195;p35"/>
          <p:cNvSpPr/>
          <p:nvPr/>
        </p:nvSpPr>
        <p:spPr>
          <a:xfrm>
            <a:off x="3547872" y="4617720"/>
            <a:ext cx="5431536" cy="2020824"/>
          </a:xfrm>
          <a:prstGeom prst="roundRect">
            <a:avLst>
              <a:gd fmla="val 1914" name="adj"/>
            </a:avLst>
          </a:prstGeom>
          <a:solidFill>
            <a:srgbClr val="1223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preencoded.png" id="196" name="Google Shape;196;p35"/>
          <p:cNvPicPr preferRelativeResize="0"/>
          <p:nvPr/>
        </p:nvPicPr>
        <p:blipFill rotWithShape="1">
          <a:blip r:embed="rId6">
            <a:alphaModFix/>
          </a:blip>
          <a:srcRect b="0" l="0" r="0" t="0"/>
          <a:stretch/>
        </p:blipFill>
        <p:spPr>
          <a:xfrm>
            <a:off x="3782568" y="4719254"/>
            <a:ext cx="261928" cy="292608"/>
          </a:xfrm>
          <a:prstGeom prst="rect">
            <a:avLst/>
          </a:prstGeom>
          <a:noFill/>
          <a:ln>
            <a:noFill/>
          </a:ln>
        </p:spPr>
      </p:pic>
      <p:sp>
        <p:nvSpPr>
          <p:cNvPr id="197" name="Google Shape;197;p35"/>
          <p:cNvSpPr txBox="1"/>
          <p:nvPr/>
        </p:nvSpPr>
        <p:spPr>
          <a:xfrm>
            <a:off x="4066240" y="4719254"/>
            <a:ext cx="4046111"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AF0F7"/>
              </a:buClr>
              <a:buSzPts val="1100"/>
              <a:buFont typeface="Calibri"/>
              <a:buNone/>
            </a:pPr>
            <a:r>
              <a:rPr b="1" i="0" lang="en-US" sz="1100" u="none" cap="none" strike="noStrike">
                <a:solidFill>
                  <a:srgbClr val="EAF0F7"/>
                </a:solidFill>
                <a:latin typeface="Calibri"/>
                <a:ea typeface="Calibri"/>
                <a:cs typeface="Calibri"/>
                <a:sym typeface="Calibri"/>
              </a:rPr>
              <a:t>A NOTER</a:t>
            </a:r>
            <a:endParaRPr b="0" i="0" sz="1100" u="none" cap="none" strike="noStrike">
              <a:solidFill>
                <a:schemeClr val="dk1"/>
              </a:solidFill>
              <a:latin typeface="Arial"/>
              <a:ea typeface="Arial"/>
              <a:cs typeface="Arial"/>
              <a:sym typeface="Arial"/>
            </a:endParaRPr>
          </a:p>
        </p:txBody>
      </p:sp>
      <p:sp>
        <p:nvSpPr>
          <p:cNvPr id="198" name="Google Shape;198;p35"/>
          <p:cNvSpPr txBox="1"/>
          <p:nvPr/>
        </p:nvSpPr>
        <p:spPr>
          <a:xfrm>
            <a:off x="4023670" y="4892040"/>
            <a:ext cx="4891121" cy="1472184"/>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FFFFFF"/>
              </a:buClr>
              <a:buSzPts val="1250"/>
              <a:buFont typeface="Calibri"/>
              <a:buChar char="•"/>
            </a:pPr>
            <a:r>
              <a:rPr b="0" i="0" lang="en-US" sz="1250" u="none" cap="none" strike="noStrike">
                <a:solidFill>
                  <a:srgbClr val="FFFFFF"/>
                </a:solidFill>
                <a:latin typeface="Calibri"/>
                <a:ea typeface="Calibri"/>
                <a:cs typeface="Calibri"/>
                <a:sym typeface="Calibri"/>
              </a:rPr>
              <a:t>Représentativité</a:t>
            </a:r>
            <a:endParaRPr b="0" i="0" sz="1250" u="none" cap="none" strike="noStrike">
              <a:solidFill>
                <a:schemeClr val="dk1"/>
              </a:solidFill>
              <a:latin typeface="Arial"/>
              <a:ea typeface="Arial"/>
              <a:cs typeface="Arial"/>
              <a:sym typeface="Arial"/>
            </a:endParaRPr>
          </a:p>
          <a:p>
            <a:pPr indent="-342900" lvl="0" marL="342900" marR="0" rtl="0" algn="l">
              <a:lnSpc>
                <a:spcPct val="100000"/>
              </a:lnSpc>
              <a:spcBef>
                <a:spcPts val="1100"/>
              </a:spcBef>
              <a:spcAft>
                <a:spcPts val="0"/>
              </a:spcAft>
              <a:buClr>
                <a:srgbClr val="FFFFFF"/>
              </a:buClr>
              <a:buSzPts val="1250"/>
              <a:buFont typeface="Calibri"/>
              <a:buChar char="•"/>
            </a:pPr>
            <a:r>
              <a:rPr b="0" i="0" lang="en-US" sz="1250" u="none" cap="none" strike="noStrike">
                <a:solidFill>
                  <a:srgbClr val="FFFFFF"/>
                </a:solidFill>
                <a:latin typeface="Calibri"/>
                <a:ea typeface="Calibri"/>
                <a:cs typeface="Calibri"/>
                <a:sym typeface="Calibri"/>
              </a:rPr>
              <a:t>Notes d’enseignants</a:t>
            </a:r>
            <a:endParaRPr/>
          </a:p>
          <a:p>
            <a:pPr indent="-342900" lvl="0" marL="342900" marR="0" rtl="0" algn="l">
              <a:lnSpc>
                <a:spcPct val="100000"/>
              </a:lnSpc>
              <a:spcBef>
                <a:spcPts val="1100"/>
              </a:spcBef>
              <a:spcAft>
                <a:spcPts val="0"/>
              </a:spcAft>
              <a:buClr>
                <a:srgbClr val="FFFFFF"/>
              </a:buClr>
              <a:buSzPts val="1250"/>
              <a:buFont typeface="Calibri"/>
              <a:buChar char="•"/>
            </a:pPr>
            <a:r>
              <a:rPr b="0" i="0" lang="en-US" sz="1250" u="none" cap="none" strike="noStrike">
                <a:solidFill>
                  <a:srgbClr val="FFFFFF"/>
                </a:solidFill>
                <a:latin typeface="Calibri"/>
                <a:ea typeface="Calibri"/>
                <a:cs typeface="Calibri"/>
                <a:sym typeface="Calibri"/>
              </a:rPr>
              <a:t>Réussite basée sur la note G3</a:t>
            </a:r>
            <a:endParaRPr b="0" i="0" sz="1250" u="none" cap="none" strike="noStrike">
              <a:solidFill>
                <a:schemeClr val="dk1"/>
              </a:solidFill>
              <a:latin typeface="Arial"/>
              <a:ea typeface="Arial"/>
              <a:cs typeface="Arial"/>
              <a:sym typeface="Arial"/>
            </a:endParaRPr>
          </a:p>
          <a:p>
            <a:pPr indent="-342900" lvl="0" marL="342900" marR="0" rtl="0" algn="l">
              <a:lnSpc>
                <a:spcPct val="100000"/>
              </a:lnSpc>
              <a:spcBef>
                <a:spcPts val="1100"/>
              </a:spcBef>
              <a:spcAft>
                <a:spcPts val="0"/>
              </a:spcAft>
              <a:buClr>
                <a:srgbClr val="FFFFFF"/>
              </a:buClr>
              <a:buSzPts val="1250"/>
              <a:buFont typeface="Calibri"/>
              <a:buChar char="•"/>
            </a:pPr>
            <a:r>
              <a:rPr b="0" i="0" lang="en-US" sz="1250" u="none" cap="none" strike="noStrike">
                <a:solidFill>
                  <a:srgbClr val="FFFFFF"/>
                </a:solidFill>
                <a:latin typeface="Calibri"/>
                <a:ea typeface="Calibri"/>
                <a:cs typeface="Calibri"/>
                <a:sym typeface="Calibri"/>
              </a:rPr>
              <a:t>Traitement des abandons</a:t>
            </a:r>
            <a:endParaRPr b="0" i="0" sz="1250" u="none" cap="none" strike="noStrike">
              <a:solidFill>
                <a:schemeClr val="dk1"/>
              </a:solidFill>
              <a:latin typeface="Arial"/>
              <a:ea typeface="Arial"/>
              <a:cs typeface="Arial"/>
              <a:sym typeface="Arial"/>
            </a:endParaRPr>
          </a:p>
        </p:txBody>
      </p:sp>
      <p:sp>
        <p:nvSpPr>
          <p:cNvPr id="199" name="Google Shape;199;p35"/>
          <p:cNvSpPr txBox="1"/>
          <p:nvPr/>
        </p:nvSpPr>
        <p:spPr>
          <a:xfrm>
            <a:off x="6630319" y="2221042"/>
            <a:ext cx="4735128" cy="1034222"/>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12233D"/>
              </a:buClr>
              <a:buSzPts val="1200"/>
              <a:buFont typeface="Calibri"/>
              <a:buChar char="•"/>
            </a:pPr>
            <a:r>
              <a:rPr b="0" i="0" lang="en-US" sz="1200" u="none" cap="none" strike="noStrike">
                <a:solidFill>
                  <a:srgbClr val="12233D"/>
                </a:solidFill>
                <a:latin typeface="Calibri"/>
                <a:ea typeface="Calibri"/>
                <a:cs typeface="Calibri"/>
                <a:sym typeface="Calibri"/>
              </a:rPr>
              <a:t>Deux sources croisées en 2006 (questionnaire &amp; bulletins)</a:t>
            </a:r>
            <a:endParaRPr/>
          </a:p>
          <a:p>
            <a:pPr indent="-342900" lvl="1" marL="342900" marR="0" rtl="0" algn="l">
              <a:lnSpc>
                <a:spcPct val="125000"/>
              </a:lnSpc>
              <a:spcBef>
                <a:spcPts val="0"/>
              </a:spcBef>
              <a:spcAft>
                <a:spcPts val="0"/>
              </a:spcAft>
              <a:buClr>
                <a:srgbClr val="12233D"/>
              </a:buClr>
              <a:buSzPts val="1200"/>
              <a:buFont typeface="Calibri"/>
              <a:buChar char="•"/>
            </a:pPr>
            <a:r>
              <a:rPr b="0" i="0" lang="en-US" sz="1200" u="none" cap="none" strike="noStrike">
                <a:solidFill>
                  <a:srgbClr val="12233D"/>
                </a:solidFill>
                <a:latin typeface="Calibri"/>
                <a:ea typeface="Calibri"/>
                <a:cs typeface="Calibri"/>
                <a:sym typeface="Calibri"/>
              </a:rPr>
              <a:t>2 fichiers d’origine de 33 caractères par matière fusionnés sur Python</a:t>
            </a:r>
            <a:endParaRPr/>
          </a:p>
          <a:p>
            <a:pPr indent="-342900" lvl="0" marL="342900" marR="0" rtl="0" algn="l">
              <a:lnSpc>
                <a:spcPct val="125000"/>
              </a:lnSpc>
              <a:spcBef>
                <a:spcPts val="0"/>
              </a:spcBef>
              <a:spcAft>
                <a:spcPts val="0"/>
              </a:spcAft>
              <a:buClr>
                <a:srgbClr val="12233D"/>
              </a:buClr>
              <a:buSzPts val="1200"/>
              <a:buFont typeface="Calibri"/>
              <a:buChar char="•"/>
            </a:pPr>
            <a:r>
              <a:rPr b="0" i="0" lang="en-US" sz="1200" u="none" cap="none" strike="noStrike">
                <a:solidFill>
                  <a:srgbClr val="12233D"/>
                </a:solidFill>
                <a:latin typeface="Calibri"/>
                <a:ea typeface="Calibri"/>
                <a:cs typeface="Calibri"/>
                <a:sym typeface="Calibri"/>
              </a:rPr>
              <a:t>Création de 2 bases sur Power BI (Population et Scolarité)</a:t>
            </a:r>
            <a:endParaRPr/>
          </a:p>
          <a:p>
            <a:pPr indent="-342900" lvl="0" marL="342900" marR="0" rtl="0" algn="l">
              <a:lnSpc>
                <a:spcPct val="125000"/>
              </a:lnSpc>
              <a:spcBef>
                <a:spcPts val="0"/>
              </a:spcBef>
              <a:spcAft>
                <a:spcPts val="0"/>
              </a:spcAft>
              <a:buClr>
                <a:srgbClr val="12233D"/>
              </a:buClr>
              <a:buSzPts val="1200"/>
              <a:buFont typeface="Calibri"/>
              <a:buChar char="•"/>
            </a:pPr>
            <a:r>
              <a:rPr b="0" i="0" lang="en-US" sz="1200" u="none" cap="none" strike="noStrike">
                <a:solidFill>
                  <a:srgbClr val="12233D"/>
                </a:solidFill>
                <a:latin typeface="Calibri"/>
                <a:ea typeface="Calibri"/>
                <a:cs typeface="Calibri"/>
                <a:sym typeface="Calibri"/>
              </a:rPr>
              <a:t>Peu de nettoyage – Qualification des valeurs</a:t>
            </a:r>
            <a:endParaRPr/>
          </a:p>
          <a:p>
            <a:pPr indent="-342900" lvl="0" marL="342900" marR="0" rtl="0" algn="l">
              <a:lnSpc>
                <a:spcPct val="125000"/>
              </a:lnSpc>
              <a:spcBef>
                <a:spcPts val="0"/>
              </a:spcBef>
              <a:spcAft>
                <a:spcPts val="0"/>
              </a:spcAft>
              <a:buClr>
                <a:srgbClr val="12233D"/>
              </a:buClr>
              <a:buSzPts val="1200"/>
              <a:buFont typeface="Calibri"/>
              <a:buChar char="•"/>
            </a:pPr>
            <a:r>
              <a:rPr b="0" i="0" lang="en-US" sz="1200" u="none" cap="none" strike="noStrike">
                <a:solidFill>
                  <a:srgbClr val="12233D"/>
                </a:solidFill>
                <a:latin typeface="Calibri"/>
                <a:ea typeface="Calibri"/>
                <a:cs typeface="Calibri"/>
                <a:sym typeface="Calibri"/>
              </a:rPr>
              <a:t>674 étudiants &amp; 1 044 notes (Mathématiques &amp; Portugais)</a:t>
            </a:r>
            <a:endParaRPr b="0" i="0" sz="1200" u="none" cap="none" strike="noStrike">
              <a:solidFill>
                <a:schemeClr val="dk1"/>
              </a:solidFill>
              <a:latin typeface="Arial"/>
              <a:ea typeface="Arial"/>
              <a:cs typeface="Arial"/>
              <a:sym typeface="Arial"/>
            </a:endParaRPr>
          </a:p>
          <a:p>
            <a:pPr indent="0" lvl="0" marL="0" marR="0" rtl="0" algn="l">
              <a:lnSpc>
                <a:spcPct val="125000"/>
              </a:lnSpc>
              <a:spcBef>
                <a:spcPts val="80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5"/>
          <p:cNvSpPr/>
          <p:nvPr/>
        </p:nvSpPr>
        <p:spPr>
          <a:xfrm>
            <a:off x="0" y="0"/>
            <a:ext cx="12191695" cy="621792"/>
          </a:xfrm>
          <a:prstGeom prst="rect">
            <a:avLst/>
          </a:prstGeom>
          <a:solidFill>
            <a:srgbClr val="122D5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5" name="Google Shape;205;p5"/>
          <p:cNvSpPr/>
          <p:nvPr/>
        </p:nvSpPr>
        <p:spPr>
          <a:xfrm>
            <a:off x="0" y="621792"/>
            <a:ext cx="12191695" cy="73152"/>
          </a:xfrm>
          <a:prstGeom prst="rect">
            <a:avLst/>
          </a:prstGeom>
          <a:solidFill>
            <a:srgbClr val="D5A4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6" name="Google Shape;206;p5"/>
          <p:cNvSpPr txBox="1"/>
          <p:nvPr/>
        </p:nvSpPr>
        <p:spPr>
          <a:xfrm>
            <a:off x="420624" y="164592"/>
            <a:ext cx="6858000" cy="1692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CONCLUSION  ·  PROPOSITION D'ÉTUDE FUTURE</a:t>
            </a:r>
            <a:endParaRPr b="0" i="0" sz="1400" u="none" cap="none" strike="noStrike">
              <a:solidFill>
                <a:srgbClr val="000000"/>
              </a:solidFill>
              <a:latin typeface="Arial"/>
              <a:ea typeface="Arial"/>
              <a:cs typeface="Arial"/>
              <a:sym typeface="Arial"/>
            </a:endParaRPr>
          </a:p>
        </p:txBody>
      </p:sp>
      <p:sp>
        <p:nvSpPr>
          <p:cNvPr id="207" name="Google Shape;207;p5"/>
          <p:cNvSpPr txBox="1"/>
          <p:nvPr/>
        </p:nvSpPr>
        <p:spPr>
          <a:xfrm>
            <a:off x="8458200" y="164592"/>
            <a:ext cx="352044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E7F0F8"/>
                </a:solidFill>
                <a:latin typeface="Calibri"/>
                <a:ea typeface="Calibri"/>
                <a:cs typeface="Calibri"/>
                <a:sym typeface="Calibri"/>
              </a:rPr>
              <a:t>RÉUSSITE SCOLAIRE  ·  PORTUGAL</a:t>
            </a:r>
            <a:endParaRPr b="0" i="0" sz="1400" u="none" cap="none" strike="noStrike">
              <a:solidFill>
                <a:srgbClr val="000000"/>
              </a:solidFill>
              <a:latin typeface="Arial"/>
              <a:ea typeface="Arial"/>
              <a:cs typeface="Arial"/>
              <a:sym typeface="Arial"/>
            </a:endParaRPr>
          </a:p>
        </p:txBody>
      </p:sp>
      <p:sp>
        <p:nvSpPr>
          <p:cNvPr id="208" name="Google Shape;208;p5"/>
          <p:cNvSpPr txBox="1"/>
          <p:nvPr/>
        </p:nvSpPr>
        <p:spPr>
          <a:xfrm>
            <a:off x="420624" y="868680"/>
            <a:ext cx="1133856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22D52"/>
                </a:solidFill>
                <a:latin typeface="Cambria"/>
                <a:ea typeface="Cambria"/>
                <a:cs typeface="Cambria"/>
                <a:sym typeface="Cambria"/>
              </a:rPr>
              <a:t>Proposition d'étude future</a:t>
            </a:r>
            <a:endParaRPr b="0" i="0" sz="1400" u="none" cap="none" strike="noStrike">
              <a:solidFill>
                <a:srgbClr val="000000"/>
              </a:solidFill>
              <a:latin typeface="Arial"/>
              <a:ea typeface="Arial"/>
              <a:cs typeface="Arial"/>
              <a:sym typeface="Arial"/>
            </a:endParaRPr>
          </a:p>
        </p:txBody>
      </p:sp>
      <p:sp>
        <p:nvSpPr>
          <p:cNvPr id="209" name="Google Shape;209;p5"/>
          <p:cNvSpPr txBox="1"/>
          <p:nvPr/>
        </p:nvSpPr>
        <p:spPr>
          <a:xfrm>
            <a:off x="420624" y="1371600"/>
            <a:ext cx="113385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8283A"/>
                </a:solidFill>
                <a:latin typeface="Calibri"/>
                <a:ea typeface="Calibri"/>
                <a:cs typeface="Calibri"/>
                <a:sym typeface="Calibri"/>
              </a:rPr>
              <a:t>Quatre pistes pour prolonger l'étude de P. Cortez et A. Silva</a:t>
            </a:r>
            <a:r>
              <a:rPr b="1" i="0" lang="en-US" sz="1300" u="none" cap="none" strike="noStrike">
                <a:solidFill>
                  <a:srgbClr val="C98A2E"/>
                </a:solidFill>
                <a:latin typeface="Calibri"/>
                <a:ea typeface="Calibri"/>
                <a:cs typeface="Calibri"/>
                <a:sym typeface="Calibri"/>
              </a:rPr>
              <a:t>   ·   2</a:t>
            </a:r>
            <a:r>
              <a:rPr b="1" lang="en-US" sz="1300">
                <a:solidFill>
                  <a:srgbClr val="C98A2E"/>
                </a:solidFill>
                <a:latin typeface="Calibri"/>
                <a:ea typeface="Calibri"/>
                <a:cs typeface="Calibri"/>
                <a:sym typeface="Calibri"/>
              </a:rPr>
              <a:t>0</a:t>
            </a:r>
            <a:r>
              <a:rPr b="1" i="0" lang="en-US" sz="1300" u="none" cap="none" strike="noStrike">
                <a:solidFill>
                  <a:srgbClr val="C98A2E"/>
                </a:solidFill>
                <a:latin typeface="Calibri"/>
                <a:ea typeface="Calibri"/>
                <a:cs typeface="Calibri"/>
                <a:sym typeface="Calibri"/>
              </a:rPr>
              <a:t> ans plus tard</a:t>
            </a:r>
            <a:endParaRPr b="0" i="0" sz="1400" u="none" cap="none" strike="noStrike">
              <a:solidFill>
                <a:srgbClr val="000000"/>
              </a:solidFill>
              <a:latin typeface="Arial"/>
              <a:ea typeface="Arial"/>
              <a:cs typeface="Arial"/>
              <a:sym typeface="Arial"/>
            </a:endParaRPr>
          </a:p>
        </p:txBody>
      </p:sp>
      <p:sp>
        <p:nvSpPr>
          <p:cNvPr id="210" name="Google Shape;210;p5"/>
          <p:cNvSpPr/>
          <p:nvPr/>
        </p:nvSpPr>
        <p:spPr>
          <a:xfrm>
            <a:off x="420624" y="1691640"/>
            <a:ext cx="11338560" cy="15000"/>
          </a:xfrm>
          <a:prstGeom prst="rect">
            <a:avLst/>
          </a:prstGeom>
          <a:solidFill>
            <a:srgbClr val="D0DE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1" name="Google Shape;211;p5"/>
          <p:cNvSpPr/>
          <p:nvPr/>
        </p:nvSpPr>
        <p:spPr>
          <a:xfrm>
            <a:off x="420624" y="1874519"/>
            <a:ext cx="5532120" cy="1417320"/>
          </a:xfrm>
          <a:prstGeom prst="roundRect">
            <a:avLst>
              <a:gd fmla="val 6000" name="adj"/>
            </a:avLst>
          </a:prstGeom>
          <a:solidFill>
            <a:srgbClr val="F4F8FC"/>
          </a:solidFill>
          <a:ln cap="flat" cmpd="sng" w="9525">
            <a:solidFill>
              <a:srgbClr val="D0DEE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2" name="Google Shape;212;p5"/>
          <p:cNvSpPr/>
          <p:nvPr/>
        </p:nvSpPr>
        <p:spPr>
          <a:xfrm>
            <a:off x="585216" y="2039111"/>
            <a:ext cx="502920" cy="502920"/>
          </a:xfrm>
          <a:prstGeom prst="ellipse">
            <a:avLst/>
          </a:prstGeom>
          <a:solidFill>
            <a:srgbClr val="D5A436"/>
          </a:solidFill>
          <a:ln cap="flat" cmpd="sng" w="9525">
            <a:solidFill>
              <a:srgbClr val="D5A436"/>
            </a:solidFill>
            <a:prstDash val="solid"/>
            <a:miter lim="8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ambria"/>
                <a:ea typeface="Cambria"/>
                <a:cs typeface="Cambria"/>
                <a:sym typeface="Cambria"/>
              </a:rPr>
              <a:t>1</a:t>
            </a:r>
            <a:endParaRPr b="0" i="0" sz="1400" u="none" cap="none" strike="noStrike">
              <a:solidFill>
                <a:srgbClr val="000000"/>
              </a:solidFill>
              <a:latin typeface="Arial"/>
              <a:ea typeface="Arial"/>
              <a:cs typeface="Arial"/>
              <a:sym typeface="Arial"/>
            </a:endParaRPr>
          </a:p>
        </p:txBody>
      </p:sp>
      <p:sp>
        <p:nvSpPr>
          <p:cNvPr id="213" name="Google Shape;213;p5"/>
          <p:cNvSpPr txBox="1"/>
          <p:nvPr/>
        </p:nvSpPr>
        <p:spPr>
          <a:xfrm>
            <a:off x="1197864" y="2057399"/>
            <a:ext cx="46177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22D52"/>
                </a:solidFill>
                <a:latin typeface="Cambria"/>
                <a:ea typeface="Cambria"/>
                <a:cs typeface="Cambria"/>
                <a:sym typeface="Cambria"/>
              </a:rPr>
              <a:t>Élargir l'échantillon</a:t>
            </a:r>
            <a:endParaRPr b="0" i="0" sz="1400" u="none" cap="none" strike="noStrike">
              <a:solidFill>
                <a:srgbClr val="000000"/>
              </a:solidFill>
              <a:latin typeface="Arial"/>
              <a:ea typeface="Arial"/>
              <a:cs typeface="Arial"/>
              <a:sym typeface="Arial"/>
            </a:endParaRPr>
          </a:p>
        </p:txBody>
      </p:sp>
      <p:sp>
        <p:nvSpPr>
          <p:cNvPr id="214" name="Google Shape;214;p5"/>
          <p:cNvSpPr txBox="1"/>
          <p:nvPr/>
        </p:nvSpPr>
        <p:spPr>
          <a:xfrm>
            <a:off x="1197864" y="2441447"/>
            <a:ext cx="461772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8283A"/>
                </a:solidFill>
                <a:latin typeface="Calibri"/>
                <a:ea typeface="Calibri"/>
                <a:cs typeface="Calibri"/>
                <a:sym typeface="Calibri"/>
              </a:rPr>
              <a:t>Couvrir un échantillon représentatif d'écoles issues de différentes régions du Portugal, au-delà de l'Alentejo.</a:t>
            </a:r>
            <a:endParaRPr b="0" i="0" sz="1400" u="none" cap="none" strike="noStrike">
              <a:solidFill>
                <a:srgbClr val="000000"/>
              </a:solidFill>
              <a:latin typeface="Arial"/>
              <a:ea typeface="Arial"/>
              <a:cs typeface="Arial"/>
              <a:sym typeface="Arial"/>
            </a:endParaRPr>
          </a:p>
        </p:txBody>
      </p:sp>
      <p:sp>
        <p:nvSpPr>
          <p:cNvPr id="215" name="Google Shape;215;p5"/>
          <p:cNvSpPr/>
          <p:nvPr/>
        </p:nvSpPr>
        <p:spPr>
          <a:xfrm>
            <a:off x="6227064" y="1874519"/>
            <a:ext cx="5532120" cy="1417320"/>
          </a:xfrm>
          <a:prstGeom prst="roundRect">
            <a:avLst>
              <a:gd fmla="val 6000" name="adj"/>
            </a:avLst>
          </a:prstGeom>
          <a:solidFill>
            <a:srgbClr val="F4F8FC"/>
          </a:solidFill>
          <a:ln cap="flat" cmpd="sng" w="9525">
            <a:solidFill>
              <a:srgbClr val="D0DEE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6" name="Google Shape;216;p5"/>
          <p:cNvSpPr/>
          <p:nvPr/>
        </p:nvSpPr>
        <p:spPr>
          <a:xfrm>
            <a:off x="6391656" y="2039111"/>
            <a:ext cx="502920" cy="502920"/>
          </a:xfrm>
          <a:prstGeom prst="ellipse">
            <a:avLst/>
          </a:prstGeom>
          <a:solidFill>
            <a:srgbClr val="D5A436"/>
          </a:solidFill>
          <a:ln cap="flat" cmpd="sng" w="9525">
            <a:solidFill>
              <a:srgbClr val="D5A436"/>
            </a:solidFill>
            <a:prstDash val="solid"/>
            <a:miter lim="8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ambria"/>
                <a:ea typeface="Cambria"/>
                <a:cs typeface="Cambria"/>
                <a:sym typeface="Cambria"/>
              </a:rPr>
              <a:t>2</a:t>
            </a:r>
            <a:endParaRPr b="0" i="0" sz="1400" u="none" cap="none" strike="noStrike">
              <a:solidFill>
                <a:srgbClr val="000000"/>
              </a:solidFill>
              <a:latin typeface="Arial"/>
              <a:ea typeface="Arial"/>
              <a:cs typeface="Arial"/>
              <a:sym typeface="Arial"/>
            </a:endParaRPr>
          </a:p>
        </p:txBody>
      </p:sp>
      <p:sp>
        <p:nvSpPr>
          <p:cNvPr id="217" name="Google Shape;217;p5"/>
          <p:cNvSpPr txBox="1"/>
          <p:nvPr/>
        </p:nvSpPr>
        <p:spPr>
          <a:xfrm>
            <a:off x="7004304" y="2057399"/>
            <a:ext cx="46177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22D52"/>
                </a:solidFill>
                <a:latin typeface="Cambria"/>
                <a:ea typeface="Cambria"/>
                <a:cs typeface="Cambria"/>
                <a:sym typeface="Cambria"/>
              </a:rPr>
              <a:t>Comparer dans le temps</a:t>
            </a:r>
            <a:endParaRPr b="0" i="0" sz="1400" u="none" cap="none" strike="noStrike">
              <a:solidFill>
                <a:srgbClr val="000000"/>
              </a:solidFill>
              <a:latin typeface="Arial"/>
              <a:ea typeface="Arial"/>
              <a:cs typeface="Arial"/>
              <a:sym typeface="Arial"/>
            </a:endParaRPr>
          </a:p>
        </p:txBody>
      </p:sp>
      <p:sp>
        <p:nvSpPr>
          <p:cNvPr id="218" name="Google Shape;218;p5"/>
          <p:cNvSpPr txBox="1"/>
          <p:nvPr/>
        </p:nvSpPr>
        <p:spPr>
          <a:xfrm>
            <a:off x="7004304" y="2441447"/>
            <a:ext cx="46176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8283A"/>
                </a:solidFill>
                <a:latin typeface="Calibri"/>
                <a:ea typeface="Calibri"/>
                <a:cs typeface="Calibri"/>
                <a:sym typeface="Calibri"/>
              </a:rPr>
              <a:t>Reprendre les variables étudiées en 200</a:t>
            </a:r>
            <a:r>
              <a:rPr lang="en-US" sz="1100">
                <a:solidFill>
                  <a:srgbClr val="18283A"/>
                </a:solidFill>
                <a:latin typeface="Calibri"/>
                <a:ea typeface="Calibri"/>
                <a:cs typeface="Calibri"/>
                <a:sym typeface="Calibri"/>
              </a:rPr>
              <a:t>6</a:t>
            </a:r>
            <a:r>
              <a:rPr b="0" i="0" lang="en-US" sz="1100" u="none" cap="none" strike="noStrike">
                <a:solidFill>
                  <a:srgbClr val="18283A"/>
                </a:solidFill>
                <a:latin typeface="Calibri"/>
                <a:ea typeface="Calibri"/>
                <a:cs typeface="Calibri"/>
                <a:sym typeface="Calibri"/>
              </a:rPr>
              <a:t> pour mesurer leur évolution sur 2</a:t>
            </a:r>
            <a:r>
              <a:rPr lang="en-US" sz="1100">
                <a:solidFill>
                  <a:srgbClr val="18283A"/>
                </a:solidFill>
                <a:latin typeface="Calibri"/>
                <a:ea typeface="Calibri"/>
                <a:cs typeface="Calibri"/>
                <a:sym typeface="Calibri"/>
              </a:rPr>
              <a:t>0</a:t>
            </a:r>
            <a:r>
              <a:rPr b="0" i="0" lang="en-US" sz="1100" u="none" cap="none" strike="noStrike">
                <a:solidFill>
                  <a:srgbClr val="18283A"/>
                </a:solidFill>
                <a:latin typeface="Calibri"/>
                <a:ea typeface="Calibri"/>
                <a:cs typeface="Calibri"/>
                <a:sym typeface="Calibri"/>
              </a:rPr>
              <a:t> ans et détecter les continuités.</a:t>
            </a:r>
            <a:endParaRPr b="0" i="0" sz="1400" u="none" cap="none" strike="noStrike">
              <a:solidFill>
                <a:srgbClr val="000000"/>
              </a:solidFill>
              <a:latin typeface="Arial"/>
              <a:ea typeface="Arial"/>
              <a:cs typeface="Arial"/>
              <a:sym typeface="Arial"/>
            </a:endParaRPr>
          </a:p>
        </p:txBody>
      </p:sp>
      <p:sp>
        <p:nvSpPr>
          <p:cNvPr id="219" name="Google Shape;219;p5"/>
          <p:cNvSpPr/>
          <p:nvPr/>
        </p:nvSpPr>
        <p:spPr>
          <a:xfrm>
            <a:off x="420624" y="3520439"/>
            <a:ext cx="5532120" cy="1417320"/>
          </a:xfrm>
          <a:prstGeom prst="roundRect">
            <a:avLst>
              <a:gd fmla="val 6000" name="adj"/>
            </a:avLst>
          </a:prstGeom>
          <a:solidFill>
            <a:srgbClr val="F4F8FC"/>
          </a:solidFill>
          <a:ln cap="flat" cmpd="sng" w="9525">
            <a:solidFill>
              <a:srgbClr val="D0DEE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0" name="Google Shape;220;p5"/>
          <p:cNvSpPr/>
          <p:nvPr/>
        </p:nvSpPr>
        <p:spPr>
          <a:xfrm>
            <a:off x="585216" y="3685031"/>
            <a:ext cx="502920" cy="502920"/>
          </a:xfrm>
          <a:prstGeom prst="ellipse">
            <a:avLst/>
          </a:prstGeom>
          <a:solidFill>
            <a:srgbClr val="D5A436"/>
          </a:solidFill>
          <a:ln cap="flat" cmpd="sng" w="9525">
            <a:solidFill>
              <a:srgbClr val="D5A436"/>
            </a:solidFill>
            <a:prstDash val="solid"/>
            <a:miter lim="8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ambria"/>
                <a:ea typeface="Cambria"/>
                <a:cs typeface="Cambria"/>
                <a:sym typeface="Cambria"/>
              </a:rPr>
              <a:t>3</a:t>
            </a:r>
            <a:endParaRPr b="0" i="0" sz="1400" u="none" cap="none" strike="noStrike">
              <a:solidFill>
                <a:srgbClr val="000000"/>
              </a:solidFill>
              <a:latin typeface="Arial"/>
              <a:ea typeface="Arial"/>
              <a:cs typeface="Arial"/>
              <a:sym typeface="Arial"/>
            </a:endParaRPr>
          </a:p>
        </p:txBody>
      </p:sp>
      <p:sp>
        <p:nvSpPr>
          <p:cNvPr id="221" name="Google Shape;221;p5"/>
          <p:cNvSpPr txBox="1"/>
          <p:nvPr/>
        </p:nvSpPr>
        <p:spPr>
          <a:xfrm>
            <a:off x="1197864" y="3703319"/>
            <a:ext cx="46177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22D52"/>
                </a:solidFill>
                <a:latin typeface="Cambria"/>
                <a:ea typeface="Cambria"/>
                <a:cs typeface="Cambria"/>
                <a:sym typeface="Cambria"/>
              </a:rPr>
              <a:t>Actualiser les usages numériques</a:t>
            </a:r>
            <a:endParaRPr b="0" i="0" sz="1400" u="none" cap="none" strike="noStrike">
              <a:solidFill>
                <a:srgbClr val="000000"/>
              </a:solidFill>
              <a:latin typeface="Arial"/>
              <a:ea typeface="Arial"/>
              <a:cs typeface="Arial"/>
              <a:sym typeface="Arial"/>
            </a:endParaRPr>
          </a:p>
        </p:txBody>
      </p:sp>
      <p:sp>
        <p:nvSpPr>
          <p:cNvPr id="222" name="Google Shape;222;p5"/>
          <p:cNvSpPr txBox="1"/>
          <p:nvPr/>
        </p:nvSpPr>
        <p:spPr>
          <a:xfrm>
            <a:off x="1197864" y="4087367"/>
            <a:ext cx="461772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8283A"/>
                </a:solidFill>
                <a:latin typeface="Calibri"/>
                <a:ea typeface="Calibri"/>
                <a:cs typeface="Calibri"/>
                <a:sym typeface="Calibri"/>
              </a:rPr>
              <a:t>Remplacer « accès à Internet » par : temps d'écran, smartphone, réseaux sociaux, IA et apprentissage en ligne.</a:t>
            </a:r>
            <a:endParaRPr b="0" i="0" sz="1400" u="none" cap="none" strike="noStrike">
              <a:solidFill>
                <a:srgbClr val="000000"/>
              </a:solidFill>
              <a:latin typeface="Arial"/>
              <a:ea typeface="Arial"/>
              <a:cs typeface="Arial"/>
              <a:sym typeface="Arial"/>
            </a:endParaRPr>
          </a:p>
        </p:txBody>
      </p:sp>
      <p:sp>
        <p:nvSpPr>
          <p:cNvPr id="223" name="Google Shape;223;p5"/>
          <p:cNvSpPr/>
          <p:nvPr/>
        </p:nvSpPr>
        <p:spPr>
          <a:xfrm>
            <a:off x="6227064" y="3520439"/>
            <a:ext cx="5532120" cy="1417320"/>
          </a:xfrm>
          <a:prstGeom prst="roundRect">
            <a:avLst>
              <a:gd fmla="val 6000" name="adj"/>
            </a:avLst>
          </a:prstGeom>
          <a:solidFill>
            <a:srgbClr val="F4F8FC"/>
          </a:solidFill>
          <a:ln cap="flat" cmpd="sng" w="9525">
            <a:solidFill>
              <a:srgbClr val="D0DEE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4" name="Google Shape;224;p5"/>
          <p:cNvSpPr/>
          <p:nvPr/>
        </p:nvSpPr>
        <p:spPr>
          <a:xfrm>
            <a:off x="6391656" y="3685031"/>
            <a:ext cx="502920" cy="502920"/>
          </a:xfrm>
          <a:prstGeom prst="ellipse">
            <a:avLst/>
          </a:prstGeom>
          <a:solidFill>
            <a:srgbClr val="D5A436"/>
          </a:solidFill>
          <a:ln cap="flat" cmpd="sng" w="9525">
            <a:solidFill>
              <a:srgbClr val="D5A436"/>
            </a:solidFill>
            <a:prstDash val="solid"/>
            <a:miter lim="8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ambria"/>
                <a:ea typeface="Cambria"/>
                <a:cs typeface="Cambria"/>
                <a:sym typeface="Cambria"/>
              </a:rPr>
              <a:t>4</a:t>
            </a:r>
            <a:endParaRPr b="0" i="0" sz="1400" u="none" cap="none" strike="noStrike">
              <a:solidFill>
                <a:srgbClr val="000000"/>
              </a:solidFill>
              <a:latin typeface="Arial"/>
              <a:ea typeface="Arial"/>
              <a:cs typeface="Arial"/>
              <a:sym typeface="Arial"/>
            </a:endParaRPr>
          </a:p>
        </p:txBody>
      </p:sp>
      <p:sp>
        <p:nvSpPr>
          <p:cNvPr id="225" name="Google Shape;225;p5"/>
          <p:cNvSpPr txBox="1"/>
          <p:nvPr/>
        </p:nvSpPr>
        <p:spPr>
          <a:xfrm>
            <a:off x="7004304" y="3703319"/>
            <a:ext cx="46177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22D52"/>
                </a:solidFill>
                <a:latin typeface="Cambria"/>
                <a:ea typeface="Cambria"/>
                <a:cs typeface="Cambria"/>
                <a:sym typeface="Cambria"/>
              </a:rPr>
              <a:t>Ajouter de nouveaux facteurs</a:t>
            </a:r>
            <a:endParaRPr b="0" i="0" sz="1400" u="none" cap="none" strike="noStrike">
              <a:solidFill>
                <a:srgbClr val="000000"/>
              </a:solidFill>
              <a:latin typeface="Arial"/>
              <a:ea typeface="Arial"/>
              <a:cs typeface="Arial"/>
              <a:sym typeface="Arial"/>
            </a:endParaRPr>
          </a:p>
        </p:txBody>
      </p:sp>
      <p:sp>
        <p:nvSpPr>
          <p:cNvPr id="226" name="Google Shape;226;p5"/>
          <p:cNvSpPr txBox="1"/>
          <p:nvPr/>
        </p:nvSpPr>
        <p:spPr>
          <a:xfrm>
            <a:off x="7004304" y="4087367"/>
            <a:ext cx="4617720" cy="1692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8283A"/>
                </a:solidFill>
                <a:latin typeface="Calibri"/>
                <a:ea typeface="Calibri"/>
                <a:cs typeface="Calibri"/>
                <a:sym typeface="Calibri"/>
              </a:rPr>
              <a:t>Sommeil, santé mentale et stress, projet </a:t>
            </a:r>
            <a:r>
              <a:rPr lang="en-US" sz="1100">
                <a:solidFill>
                  <a:srgbClr val="18283A"/>
                </a:solidFill>
                <a:latin typeface="Calibri"/>
                <a:ea typeface="Calibri"/>
                <a:cs typeface="Calibri"/>
                <a:sym typeface="Calibri"/>
              </a:rPr>
              <a:t>professionnel</a:t>
            </a:r>
            <a:endParaRPr b="0" i="0" sz="1100" u="none" cap="none" strike="noStrike">
              <a:solidFill>
                <a:srgbClr val="18283A"/>
              </a:solidFill>
              <a:latin typeface="Calibri"/>
              <a:ea typeface="Calibri"/>
              <a:cs typeface="Calibri"/>
              <a:sym typeface="Calibri"/>
            </a:endParaRPr>
          </a:p>
        </p:txBody>
      </p:sp>
      <p:sp>
        <p:nvSpPr>
          <p:cNvPr id="227" name="Google Shape;227;p5"/>
          <p:cNvSpPr/>
          <p:nvPr/>
        </p:nvSpPr>
        <p:spPr>
          <a:xfrm>
            <a:off x="420624" y="5212079"/>
            <a:ext cx="11338560" cy="1188720"/>
          </a:xfrm>
          <a:prstGeom prst="roundRect">
            <a:avLst>
              <a:gd fmla="val 6000" name="adj"/>
            </a:avLst>
          </a:prstGeom>
          <a:solidFill>
            <a:srgbClr val="FFFFFF"/>
          </a:solidFill>
          <a:ln cap="flat" cmpd="sng" w="9525">
            <a:solidFill>
              <a:srgbClr val="D5A436"/>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8" name="Google Shape;228;p5"/>
          <p:cNvSpPr/>
          <p:nvPr/>
        </p:nvSpPr>
        <p:spPr>
          <a:xfrm>
            <a:off x="420624" y="5212079"/>
            <a:ext cx="137160" cy="1188720"/>
          </a:xfrm>
          <a:prstGeom prst="rect">
            <a:avLst/>
          </a:prstGeom>
          <a:solidFill>
            <a:srgbClr val="D5A4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9" name="Google Shape;229;p5"/>
          <p:cNvSpPr txBox="1"/>
          <p:nvPr/>
        </p:nvSpPr>
        <p:spPr>
          <a:xfrm>
            <a:off x="694944" y="5303519"/>
            <a:ext cx="109270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C98A2E"/>
                </a:solidFill>
                <a:latin typeface="Calibri"/>
                <a:ea typeface="Calibri"/>
                <a:cs typeface="Calibri"/>
                <a:sym typeface="Calibri"/>
              </a:rPr>
              <a:t>QUESTION DE RECHERCHE</a:t>
            </a:r>
            <a:endParaRPr b="0" i="0" sz="1400" u="none" cap="none" strike="noStrike">
              <a:solidFill>
                <a:srgbClr val="000000"/>
              </a:solidFill>
              <a:latin typeface="Arial"/>
              <a:ea typeface="Arial"/>
              <a:cs typeface="Arial"/>
              <a:sym typeface="Arial"/>
            </a:endParaRPr>
          </a:p>
        </p:txBody>
      </p:sp>
      <p:sp>
        <p:nvSpPr>
          <p:cNvPr id="230" name="Google Shape;230;p5"/>
          <p:cNvSpPr txBox="1"/>
          <p:nvPr/>
        </p:nvSpPr>
        <p:spPr>
          <a:xfrm>
            <a:off x="694944" y="5522975"/>
            <a:ext cx="10927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22D52"/>
                </a:solidFill>
                <a:latin typeface="Cambria"/>
                <a:ea typeface="Cambria"/>
                <a:cs typeface="Cambria"/>
                <a:sym typeface="Cambria"/>
              </a:rPr>
              <a:t>Les facteurs qui </a:t>
            </a:r>
            <a:r>
              <a:rPr b="1" lang="en-US" sz="1500">
                <a:solidFill>
                  <a:srgbClr val="122D52"/>
                </a:solidFill>
                <a:latin typeface="Cambria"/>
                <a:ea typeface="Cambria"/>
                <a:cs typeface="Cambria"/>
                <a:sym typeface="Cambria"/>
              </a:rPr>
              <a:t>déterminent</a:t>
            </a:r>
            <a:r>
              <a:rPr b="1" i="0" lang="en-US" sz="1500" u="none" cap="none" strike="noStrike">
                <a:solidFill>
                  <a:srgbClr val="122D52"/>
                </a:solidFill>
                <a:latin typeface="Cambria"/>
                <a:ea typeface="Cambria"/>
                <a:cs typeface="Cambria"/>
                <a:sym typeface="Cambria"/>
              </a:rPr>
              <a:t> la réussite scolaire en 200</a:t>
            </a:r>
            <a:r>
              <a:rPr b="1" lang="en-US" sz="1500">
                <a:solidFill>
                  <a:srgbClr val="122D52"/>
                </a:solidFill>
                <a:latin typeface="Cambria"/>
                <a:ea typeface="Cambria"/>
                <a:cs typeface="Cambria"/>
                <a:sym typeface="Cambria"/>
              </a:rPr>
              <a:t>6</a:t>
            </a:r>
            <a:r>
              <a:rPr b="1" i="0" lang="en-US" sz="1500" u="none" cap="none" strike="noStrike">
                <a:solidFill>
                  <a:srgbClr val="122D52"/>
                </a:solidFill>
                <a:latin typeface="Cambria"/>
                <a:ea typeface="Cambria"/>
                <a:cs typeface="Cambria"/>
                <a:sym typeface="Cambria"/>
              </a:rPr>
              <a:t> dans 2 écoles sont-ils toujours les mêmes 2</a:t>
            </a:r>
            <a:r>
              <a:rPr b="1" lang="en-US" sz="1500">
                <a:solidFill>
                  <a:srgbClr val="122D52"/>
                </a:solidFill>
                <a:latin typeface="Cambria"/>
                <a:ea typeface="Cambria"/>
                <a:cs typeface="Cambria"/>
                <a:sym typeface="Cambria"/>
              </a:rPr>
              <a:t>0</a:t>
            </a:r>
            <a:r>
              <a:rPr b="1" i="0" lang="en-US" sz="1500" u="none" cap="none" strike="noStrike">
                <a:solidFill>
                  <a:srgbClr val="122D52"/>
                </a:solidFill>
                <a:latin typeface="Cambria"/>
                <a:ea typeface="Cambria"/>
                <a:cs typeface="Cambria"/>
                <a:sym typeface="Cambria"/>
              </a:rPr>
              <a:t> ans plus tard ?</a:t>
            </a:r>
            <a:endParaRPr b="0" i="0" sz="1400" u="none" cap="none" strike="noStrike">
              <a:solidFill>
                <a:srgbClr val="000000"/>
              </a:solidFill>
              <a:latin typeface="Arial"/>
              <a:ea typeface="Arial"/>
              <a:cs typeface="Arial"/>
              <a:sym typeface="Arial"/>
            </a:endParaRPr>
          </a:p>
        </p:txBody>
      </p:sp>
      <p:sp>
        <p:nvSpPr>
          <p:cNvPr id="231" name="Google Shape;231;p5"/>
          <p:cNvSpPr txBox="1"/>
          <p:nvPr/>
        </p:nvSpPr>
        <p:spPr>
          <a:xfrm>
            <a:off x="694944" y="6016751"/>
            <a:ext cx="1092708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8283A"/>
                </a:solidFill>
                <a:latin typeface="Calibri"/>
                <a:ea typeface="Calibri"/>
                <a:cs typeface="Calibri"/>
                <a:sym typeface="Calibri"/>
              </a:rPr>
              <a:t>Certains facteurs sont sans doute restés déterminants, d'autres ont probablement évolué avec les usages numériques, le bien-être et le contexte socio-économique.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elena">
  <a:themeElements>
    <a:clrScheme name="Helena">
      <a:dk1>
        <a:srgbClr val="000000"/>
      </a:dk1>
      <a:lt1>
        <a:srgbClr val="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2026-09-09T18:35:46Z</dcterms:created>
  <dc:creator>PptxGenJS</dc:creator>
</cp:coreProperties>
</file>